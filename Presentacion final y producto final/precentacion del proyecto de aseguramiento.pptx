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5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embeddedFontLst>
    <p:embeddedFont>
      <p:font typeface="Garamond" panose="02020404030301010803" pitchFamily="18" charset="0"/>
      <p:regular r:id="rId20"/>
      <p:bold r:id="rId21"/>
      <p: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0FE95D4-741E-4B1B-86BD-86CD77B102ED}">
  <a:tblStyle styleId="{90FE95D4-741E-4B1B-86BD-86CD77B102ED}" styleName="Table_0">
    <a:wholeTbl>
      <a:tcTxStyle b="off" i="off">
        <a:font>
          <a:latin typeface="Garamond"/>
          <a:ea typeface="Garamond"/>
          <a:cs typeface="Garamond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0E7E7"/>
          </a:solidFill>
        </a:fill>
      </a:tcStyle>
    </a:wholeTbl>
    <a:band1H>
      <a:tcTxStyle/>
      <a:tcStyle>
        <a:tcBdr/>
        <a:fill>
          <a:solidFill>
            <a:srgbClr val="DFCDCC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DFCDCC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Garamond"/>
          <a:ea typeface="Garamond"/>
          <a:cs typeface="Garamond"/>
        </a:font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 i="off">
        <a:font>
          <a:latin typeface="Garamond"/>
          <a:ea typeface="Garamond"/>
          <a:cs typeface="Garamond"/>
        </a:font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 i="off">
        <a:font>
          <a:latin typeface="Garamond"/>
          <a:ea typeface="Garamond"/>
          <a:cs typeface="Garamond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4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Garamond"/>
          <a:ea typeface="Garamond"/>
          <a:cs typeface="Garamond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4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903382C1-1B71-446E-BD57-D3B625AD5C84}" styleName="Table_1">
    <a:wholeTbl>
      <a:tcTxStyle b="off" i="off">
        <a:font>
          <a:latin typeface="Garamond"/>
          <a:ea typeface="Garamond"/>
          <a:cs typeface="Garamond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CEFE7"/>
          </a:solidFill>
        </a:fill>
      </a:tcStyle>
    </a:wholeTbl>
    <a:band1H>
      <a:tcTxStyle/>
      <a:tcStyle>
        <a:tcBdr/>
        <a:fill>
          <a:solidFill>
            <a:srgbClr val="D8DDCB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D8DDCB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Garamond"/>
          <a:ea typeface="Garamond"/>
          <a:cs typeface="Garamond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Garamond"/>
          <a:ea typeface="Garamond"/>
          <a:cs typeface="Garamond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Garamond"/>
          <a:ea typeface="Garamond"/>
          <a:cs typeface="Garamond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Garamond"/>
          <a:ea typeface="Garamond"/>
          <a:cs typeface="Garamond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51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21348497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802210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977604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192241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147620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651656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8465101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7506473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1145034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9279661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1320167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1424894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9231166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8024532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7086756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0321306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" name="Google Shape;240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0337739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" name="Google Shape;246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914641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Diapositiva de título" type="title">
  <p:cSld name="TITLE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oogle Shape;17;p2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8" name="Google Shape;18;p2" descr="HD-PanelTitleR1.png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0" y="0"/>
              <a:ext cx="12188825" cy="685621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" name="Google Shape;19;p2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20" name="Google Shape;20;p2" descr="HDRibbonTitle-UniformTrim.png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" name="Google Shape;21;p2" descr="HDRibbonTitle-UniformTrim.png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2" name="Google Shape;22;p2"/>
          <p:cNvSpPr txBox="1"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5400"/>
              <a:buFont typeface="Garamond"/>
              <a:buNone/>
              <a:defRPr sz="5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"/>
          <p:cNvSpPr txBox="1"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420"/>
              </a:spcBef>
              <a:spcAft>
                <a:spcPts val="0"/>
              </a:spcAft>
              <a:buSzPts val="2415"/>
              <a:buNone/>
              <a:defRPr sz="2100">
                <a:solidFill>
                  <a:schemeClr val="dk1"/>
                </a:solidFill>
              </a:defRPr>
            </a:lvl1pPr>
            <a:lvl2pPr lvl="1" algn="ctr">
              <a:spcBef>
                <a:spcPts val="600"/>
              </a:spcBef>
              <a:spcAft>
                <a:spcPts val="0"/>
              </a:spcAft>
              <a:buSzPts val="23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600"/>
              </a:spcBef>
              <a:spcAft>
                <a:spcPts val="0"/>
              </a:spcAft>
              <a:buSzPts val="207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600"/>
              </a:spcBef>
              <a:spcAft>
                <a:spcPts val="0"/>
              </a:spcAft>
              <a:buSzPts val="184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600"/>
              </a:spcBef>
              <a:spcAft>
                <a:spcPts val="0"/>
              </a:spcAft>
              <a:buSzPts val="161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600"/>
              </a:spcBef>
              <a:spcAft>
                <a:spcPts val="0"/>
              </a:spcAft>
              <a:buSzPts val="161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600"/>
              </a:spcBef>
              <a:spcAft>
                <a:spcPts val="0"/>
              </a:spcAft>
              <a:buSzPts val="161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600"/>
              </a:spcBef>
              <a:spcAft>
                <a:spcPts val="0"/>
              </a:spcAft>
              <a:buSzPts val="161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600"/>
              </a:spcBef>
              <a:spcAft>
                <a:spcPts val="600"/>
              </a:spcAft>
              <a:buSzPts val="161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4" name="Google Shape;24;p2"/>
          <p:cNvSpPr txBox="1">
            <a:spLocks noGrp="1"/>
          </p:cNvSpPr>
          <p:nvPr>
            <p:ph type="dt" idx="10"/>
          </p:nvPr>
        </p:nvSpPr>
        <p:spPr>
          <a:xfrm>
            <a:off x="7983232" y="5037663"/>
            <a:ext cx="897467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"/>
          <p:cNvSpPr txBox="1">
            <a:spLocks noGrp="1"/>
          </p:cNvSpPr>
          <p:nvPr>
            <p:ph type="ftr" idx="11"/>
          </p:nvPr>
        </p:nvSpPr>
        <p:spPr>
          <a:xfrm>
            <a:off x="2692397" y="5037663"/>
            <a:ext cx="5214635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2"/>
          <p:cNvSpPr txBox="1">
            <a:spLocks noGrp="1"/>
          </p:cNvSpPr>
          <p:nvPr>
            <p:ph type="sldNum" idx="12"/>
          </p:nvPr>
        </p:nvSpPr>
        <p:spPr>
          <a:xfrm>
            <a:off x="8956900" y="5037663"/>
            <a:ext cx="551167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  <p:cxnSp>
        <p:nvCxnSpPr>
          <p:cNvPr id="27" name="Google Shape;27;p2"/>
          <p:cNvCxnSpPr/>
          <p:nvPr/>
        </p:nvCxnSpPr>
        <p:spPr>
          <a:xfrm>
            <a:off x="2692399" y="3522131"/>
            <a:ext cx="6815668" cy="0"/>
          </a:xfrm>
          <a:prstGeom prst="straightConnector1">
            <a:avLst/>
          </a:prstGeom>
          <a:noFill/>
          <a:ln w="158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Google Shape;29;p3"/>
          <p:cNvCxnSpPr/>
          <p:nvPr/>
        </p:nvCxnSpPr>
        <p:spPr>
          <a:xfrm>
            <a:off x="1396169" y="2421466"/>
            <a:ext cx="9407298" cy="0"/>
          </a:xfrm>
          <a:prstGeom prst="straightConnector1">
            <a:avLst/>
          </a:prstGeom>
          <a:noFill/>
          <a:ln w="158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0" name="Google Shape;30;p3"/>
          <p:cNvSpPr txBox="1"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3"/>
          <p:cNvSpPr txBox="1"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0045" algn="l">
              <a:spcBef>
                <a:spcPts val="360"/>
              </a:spcBef>
              <a:spcAft>
                <a:spcPts val="0"/>
              </a:spcAft>
              <a:buSzPts val="2070"/>
              <a:buChar char="•"/>
              <a:defRPr/>
            </a:lvl1pPr>
            <a:lvl2pPr marL="914400" lvl="1" indent="-360044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2pPr>
            <a:lvl3pPr marL="1371600" lvl="2" indent="-360044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3pPr>
            <a:lvl4pPr marL="1828800" lvl="3" indent="-360044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4pPr>
            <a:lvl5pPr marL="2286000" lvl="4" indent="-360045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5pPr>
            <a:lvl6pPr marL="2743200" lvl="5" indent="-360045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6pPr>
            <a:lvl7pPr marL="3200400" lvl="6" indent="-360045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7pPr>
            <a:lvl8pPr marL="3657600" lvl="7" indent="-360045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8pPr>
            <a:lvl9pPr marL="4114800" lvl="8" indent="-360045" algn="l">
              <a:spcBef>
                <a:spcPts val="600"/>
              </a:spcBef>
              <a:spcAft>
                <a:spcPts val="600"/>
              </a:spcAft>
              <a:buSzPts val="207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3"/>
          <p:cNvSpPr txBox="1">
            <a:spLocks noGrp="1"/>
          </p:cNvSpPr>
          <p:nvPr>
            <p:ph type="dt" idx="10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3"/>
          <p:cNvSpPr txBox="1">
            <a:spLocks noGrp="1"/>
          </p:cNvSpPr>
          <p:nvPr>
            <p:ph type="ftr" idx="11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3"/>
          <p:cNvSpPr txBox="1">
            <a:spLocks noGrp="1"/>
          </p:cNvSpPr>
          <p:nvPr>
            <p:ph type="sldNum" idx="12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4"/>
          <p:cNvSpPr txBox="1"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Garamond"/>
              <a:buNone/>
              <a:defRPr sz="4400" b="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4"/>
          <p:cNvSpPr txBox="1"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spcBef>
                <a:spcPts val="480"/>
              </a:spcBef>
              <a:spcAft>
                <a:spcPts val="0"/>
              </a:spcAft>
              <a:buSzPts val="2760"/>
              <a:buNone/>
              <a:defRPr sz="2400">
                <a:solidFill>
                  <a:schemeClr val="dk1"/>
                </a:solidFill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207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84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8" name="Google Shape;38;p4"/>
          <p:cNvSpPr txBox="1">
            <a:spLocks noGrp="1"/>
          </p:cNvSpPr>
          <p:nvPr>
            <p:ph type="dt" idx="10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4"/>
          <p:cNvSpPr txBox="1">
            <a:spLocks noGrp="1"/>
          </p:cNvSpPr>
          <p:nvPr>
            <p:ph type="ftr" idx="11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4"/>
          <p:cNvSpPr txBox="1">
            <a:spLocks noGrp="1"/>
          </p:cNvSpPr>
          <p:nvPr>
            <p:ph type="sldNum" idx="12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  <p:cxnSp>
        <p:nvCxnSpPr>
          <p:cNvPr id="41" name="Google Shape;41;p4"/>
          <p:cNvCxnSpPr/>
          <p:nvPr/>
        </p:nvCxnSpPr>
        <p:spPr>
          <a:xfrm>
            <a:off x="2012723" y="3710585"/>
            <a:ext cx="8163380" cy="0"/>
          </a:xfrm>
          <a:prstGeom prst="straightConnector1">
            <a:avLst/>
          </a:prstGeom>
          <a:noFill/>
          <a:ln w="158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3" name="Google Shape;43;p5"/>
          <p:cNvCxnSpPr/>
          <p:nvPr/>
        </p:nvCxnSpPr>
        <p:spPr>
          <a:xfrm>
            <a:off x="1396169" y="2421466"/>
            <a:ext cx="9407298" cy="0"/>
          </a:xfrm>
          <a:prstGeom prst="straightConnector1">
            <a:avLst/>
          </a:prstGeom>
          <a:noFill/>
          <a:ln w="158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4" name="Google Shape;44;p5"/>
          <p:cNvSpPr txBox="1"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5"/>
          <p:cNvSpPr txBox="1">
            <a:spLocks noGrp="1"/>
          </p:cNvSpPr>
          <p:nvPr>
            <p:ph type="body" idx="1"/>
          </p:nvPr>
        </p:nvSpPr>
        <p:spPr>
          <a:xfrm>
            <a:off x="1298448" y="2560320"/>
            <a:ext cx="4718304" cy="33101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0045" algn="l">
              <a:spcBef>
                <a:spcPts val="360"/>
              </a:spcBef>
              <a:spcAft>
                <a:spcPts val="0"/>
              </a:spcAft>
              <a:buSzPts val="2070"/>
              <a:buChar char="•"/>
              <a:defRPr/>
            </a:lvl1pPr>
            <a:lvl2pPr marL="914400" lvl="1" indent="-360044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2pPr>
            <a:lvl3pPr marL="1371600" lvl="2" indent="-360044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3pPr>
            <a:lvl4pPr marL="1828800" lvl="3" indent="-360044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4pPr>
            <a:lvl5pPr marL="2286000" lvl="4" indent="-360045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5pPr>
            <a:lvl6pPr marL="2743200" lvl="5" indent="-360045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6pPr>
            <a:lvl7pPr marL="3200400" lvl="6" indent="-360045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7pPr>
            <a:lvl8pPr marL="3657600" lvl="7" indent="-360045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8pPr>
            <a:lvl9pPr marL="4114800" lvl="8" indent="-360045" algn="l">
              <a:spcBef>
                <a:spcPts val="600"/>
              </a:spcBef>
              <a:spcAft>
                <a:spcPts val="600"/>
              </a:spcAft>
              <a:buSzPts val="207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5"/>
          <p:cNvSpPr txBox="1">
            <a:spLocks noGrp="1"/>
          </p:cNvSpPr>
          <p:nvPr>
            <p:ph type="body" idx="2"/>
          </p:nvPr>
        </p:nvSpPr>
        <p:spPr>
          <a:xfrm>
            <a:off x="6181344" y="2560320"/>
            <a:ext cx="4718304" cy="33101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0045" algn="l">
              <a:spcBef>
                <a:spcPts val="360"/>
              </a:spcBef>
              <a:spcAft>
                <a:spcPts val="0"/>
              </a:spcAft>
              <a:buSzPts val="2070"/>
              <a:buChar char="•"/>
              <a:defRPr/>
            </a:lvl1pPr>
            <a:lvl2pPr marL="914400" lvl="1" indent="-360044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2pPr>
            <a:lvl3pPr marL="1371600" lvl="2" indent="-360044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3pPr>
            <a:lvl4pPr marL="1828800" lvl="3" indent="-360044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4pPr>
            <a:lvl5pPr marL="2286000" lvl="4" indent="-360045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5pPr>
            <a:lvl6pPr marL="2743200" lvl="5" indent="-360045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6pPr>
            <a:lvl7pPr marL="3200400" lvl="6" indent="-360045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7pPr>
            <a:lvl8pPr marL="3657600" lvl="7" indent="-360045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8pPr>
            <a:lvl9pPr marL="4114800" lvl="8" indent="-360045" algn="l">
              <a:spcBef>
                <a:spcPts val="600"/>
              </a:spcBef>
              <a:spcAft>
                <a:spcPts val="600"/>
              </a:spcAft>
              <a:buSzPts val="207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5"/>
          <p:cNvSpPr txBox="1">
            <a:spLocks noGrp="1"/>
          </p:cNvSpPr>
          <p:nvPr>
            <p:ph type="dt" idx="10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5"/>
          <p:cNvSpPr txBox="1">
            <a:spLocks noGrp="1"/>
          </p:cNvSpPr>
          <p:nvPr>
            <p:ph type="ftr" idx="11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5"/>
          <p:cNvSpPr txBox="1">
            <a:spLocks noGrp="1"/>
          </p:cNvSpPr>
          <p:nvPr>
            <p:ph type="sldNum" idx="12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6"/>
          <p:cNvSpPr txBox="1"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Garamond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6"/>
          <p:cNvSpPr txBox="1"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672"/>
              </a:spcBef>
              <a:spcAft>
                <a:spcPts val="0"/>
              </a:spcAft>
              <a:buSzPts val="3220"/>
              <a:buNone/>
              <a:defRPr sz="2800" b="0">
                <a:solidFill>
                  <a:schemeClr val="accent1"/>
                </a:solidFill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2300"/>
              <a:buNone/>
              <a:defRPr sz="2000" b="1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2070"/>
              <a:buNone/>
              <a:defRPr sz="1800" b="1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840"/>
              <a:buNone/>
              <a:defRPr sz="1600" b="1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840"/>
              <a:buNone/>
              <a:defRPr sz="1600" b="1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1840"/>
              <a:buNone/>
              <a:defRPr sz="1600" b="1"/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1840"/>
              <a:buNone/>
              <a:defRPr sz="1600" b="1"/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1840"/>
              <a:buNone/>
              <a:defRPr sz="1600" b="1"/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1840"/>
              <a:buNone/>
              <a:defRPr sz="1600" b="1"/>
            </a:lvl9pPr>
          </a:lstStyle>
          <a:p>
            <a:endParaRPr/>
          </a:p>
        </p:txBody>
      </p:sp>
      <p:sp>
        <p:nvSpPr>
          <p:cNvPr id="53" name="Google Shape;53;p6"/>
          <p:cNvSpPr txBox="1">
            <a:spLocks noGrp="1"/>
          </p:cNvSpPr>
          <p:nvPr>
            <p:ph type="body" idx="2"/>
          </p:nvPr>
        </p:nvSpPr>
        <p:spPr>
          <a:xfrm>
            <a:off x="1295400" y="3243262"/>
            <a:ext cx="4718304" cy="26326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0045" algn="l">
              <a:spcBef>
                <a:spcPts val="360"/>
              </a:spcBef>
              <a:spcAft>
                <a:spcPts val="0"/>
              </a:spcAft>
              <a:buSzPts val="2070"/>
              <a:buChar char="•"/>
              <a:defRPr/>
            </a:lvl1pPr>
            <a:lvl2pPr marL="914400" lvl="1" indent="-360044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2pPr>
            <a:lvl3pPr marL="1371600" lvl="2" indent="-360044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3pPr>
            <a:lvl4pPr marL="1828800" lvl="3" indent="-360044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4pPr>
            <a:lvl5pPr marL="2286000" lvl="4" indent="-360045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5pPr>
            <a:lvl6pPr marL="2743200" lvl="5" indent="-360045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6pPr>
            <a:lvl7pPr marL="3200400" lvl="6" indent="-360045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7pPr>
            <a:lvl8pPr marL="3657600" lvl="7" indent="-360045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8pPr>
            <a:lvl9pPr marL="4114800" lvl="8" indent="-360045" algn="l">
              <a:spcBef>
                <a:spcPts val="600"/>
              </a:spcBef>
              <a:spcAft>
                <a:spcPts val="600"/>
              </a:spcAft>
              <a:buSzPts val="2070"/>
              <a:buChar char="•"/>
              <a:defRPr/>
            </a:lvl9pPr>
          </a:lstStyle>
          <a:p>
            <a:endParaRPr/>
          </a:p>
        </p:txBody>
      </p:sp>
      <p:sp>
        <p:nvSpPr>
          <p:cNvPr id="54" name="Google Shape;54;p6"/>
          <p:cNvSpPr txBox="1">
            <a:spLocks noGrp="1"/>
          </p:cNvSpPr>
          <p:nvPr>
            <p:ph type="body" idx="3"/>
          </p:nvPr>
        </p:nvSpPr>
        <p:spPr>
          <a:xfrm>
            <a:off x="6180670" y="2658533"/>
            <a:ext cx="4718304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672"/>
              </a:spcBef>
              <a:spcAft>
                <a:spcPts val="0"/>
              </a:spcAft>
              <a:buSzPts val="3220"/>
              <a:buNone/>
              <a:defRPr sz="2800" b="0">
                <a:solidFill>
                  <a:schemeClr val="accent1"/>
                </a:solidFill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2300"/>
              <a:buNone/>
              <a:defRPr sz="2000" b="1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2070"/>
              <a:buNone/>
              <a:defRPr sz="1800" b="1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840"/>
              <a:buNone/>
              <a:defRPr sz="1600" b="1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840"/>
              <a:buNone/>
              <a:defRPr sz="1600" b="1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1840"/>
              <a:buNone/>
              <a:defRPr sz="1600" b="1"/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1840"/>
              <a:buNone/>
              <a:defRPr sz="1600" b="1"/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1840"/>
              <a:buNone/>
              <a:defRPr sz="1600" b="1"/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1840"/>
              <a:buNone/>
              <a:defRPr sz="1600" b="1"/>
            </a:lvl9pPr>
          </a:lstStyle>
          <a:p>
            <a:endParaRPr/>
          </a:p>
        </p:txBody>
      </p:sp>
      <p:sp>
        <p:nvSpPr>
          <p:cNvPr id="55" name="Google Shape;55;p6"/>
          <p:cNvSpPr txBox="1">
            <a:spLocks noGrp="1"/>
          </p:cNvSpPr>
          <p:nvPr>
            <p:ph type="body" idx="4"/>
          </p:nvPr>
        </p:nvSpPr>
        <p:spPr>
          <a:xfrm>
            <a:off x="6180670" y="3243262"/>
            <a:ext cx="4718304" cy="26326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0045" algn="l">
              <a:spcBef>
                <a:spcPts val="360"/>
              </a:spcBef>
              <a:spcAft>
                <a:spcPts val="0"/>
              </a:spcAft>
              <a:buSzPts val="2070"/>
              <a:buChar char="•"/>
              <a:defRPr/>
            </a:lvl1pPr>
            <a:lvl2pPr marL="914400" lvl="1" indent="-360044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2pPr>
            <a:lvl3pPr marL="1371600" lvl="2" indent="-360044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3pPr>
            <a:lvl4pPr marL="1828800" lvl="3" indent="-360044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4pPr>
            <a:lvl5pPr marL="2286000" lvl="4" indent="-360045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5pPr>
            <a:lvl6pPr marL="2743200" lvl="5" indent="-360045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6pPr>
            <a:lvl7pPr marL="3200400" lvl="6" indent="-360045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7pPr>
            <a:lvl8pPr marL="3657600" lvl="7" indent="-360045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8pPr>
            <a:lvl9pPr marL="4114800" lvl="8" indent="-360045" algn="l">
              <a:spcBef>
                <a:spcPts val="600"/>
              </a:spcBef>
              <a:spcAft>
                <a:spcPts val="600"/>
              </a:spcAft>
              <a:buSzPts val="2070"/>
              <a:buChar char="•"/>
              <a:defRPr/>
            </a:lvl9pPr>
          </a:lstStyle>
          <a:p>
            <a:endParaRPr/>
          </a:p>
        </p:txBody>
      </p:sp>
      <p:sp>
        <p:nvSpPr>
          <p:cNvPr id="56" name="Google Shape;56;p6"/>
          <p:cNvSpPr txBox="1">
            <a:spLocks noGrp="1"/>
          </p:cNvSpPr>
          <p:nvPr>
            <p:ph type="dt" idx="10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6"/>
          <p:cNvSpPr txBox="1">
            <a:spLocks noGrp="1"/>
          </p:cNvSpPr>
          <p:nvPr>
            <p:ph type="ftr" idx="11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6"/>
          <p:cNvSpPr txBox="1">
            <a:spLocks noGrp="1"/>
          </p:cNvSpPr>
          <p:nvPr>
            <p:ph type="sldNum" idx="12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  <p:cxnSp>
        <p:nvCxnSpPr>
          <p:cNvPr id="59" name="Google Shape;59;p6"/>
          <p:cNvCxnSpPr/>
          <p:nvPr/>
        </p:nvCxnSpPr>
        <p:spPr>
          <a:xfrm>
            <a:off x="1396169" y="2421466"/>
            <a:ext cx="9407298" cy="0"/>
          </a:xfrm>
          <a:prstGeom prst="straightConnector1">
            <a:avLst/>
          </a:prstGeom>
          <a:noFill/>
          <a:ln w="158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TITLE_ONLY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7"/>
          <p:cNvSpPr txBox="1"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7"/>
          <p:cNvSpPr txBox="1">
            <a:spLocks noGrp="1"/>
          </p:cNvSpPr>
          <p:nvPr>
            <p:ph type="dt" idx="10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7"/>
          <p:cNvSpPr txBox="1">
            <a:spLocks noGrp="1"/>
          </p:cNvSpPr>
          <p:nvPr>
            <p:ph type="ftr" idx="11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7"/>
          <p:cNvSpPr txBox="1">
            <a:spLocks noGrp="1"/>
          </p:cNvSpPr>
          <p:nvPr>
            <p:ph type="sldNum" idx="12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  <p:cxnSp>
        <p:nvCxnSpPr>
          <p:cNvPr id="65" name="Google Shape;65;p7"/>
          <p:cNvCxnSpPr/>
          <p:nvPr/>
        </p:nvCxnSpPr>
        <p:spPr>
          <a:xfrm>
            <a:off x="1396169" y="2421466"/>
            <a:ext cx="9407298" cy="0"/>
          </a:xfrm>
          <a:prstGeom prst="straightConnector1">
            <a:avLst/>
          </a:prstGeom>
          <a:noFill/>
          <a:ln w="158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8"/>
          <p:cNvSpPr txBox="1">
            <a:spLocks noGrp="1"/>
          </p:cNvSpPr>
          <p:nvPr>
            <p:ph type="dt" idx="10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8"/>
          <p:cNvSpPr txBox="1">
            <a:spLocks noGrp="1"/>
          </p:cNvSpPr>
          <p:nvPr>
            <p:ph type="ftr" idx="11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"/>
          <p:cNvSpPr txBox="1">
            <a:spLocks noGrp="1"/>
          </p:cNvSpPr>
          <p:nvPr>
            <p:ph type="sldNum" idx="12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9"/>
          <p:cNvSpPr txBox="1"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Garamond"/>
              <a:buNone/>
              <a:defRPr sz="2400" b="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9"/>
          <p:cNvSpPr txBox="1">
            <a:spLocks noGrp="1"/>
          </p:cNvSpPr>
          <p:nvPr>
            <p:ph type="body" idx="1"/>
          </p:nvPr>
        </p:nvSpPr>
        <p:spPr>
          <a:xfrm>
            <a:off x="5418668" y="982131"/>
            <a:ext cx="5469466" cy="4893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60045" algn="l">
              <a:spcBef>
                <a:spcPts val="360"/>
              </a:spcBef>
              <a:spcAft>
                <a:spcPts val="0"/>
              </a:spcAft>
              <a:buSzPts val="2070"/>
              <a:buChar char="•"/>
              <a:defRPr/>
            </a:lvl1pPr>
            <a:lvl2pPr marL="914400" lvl="1" indent="-360044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2pPr>
            <a:lvl3pPr marL="1371600" lvl="2" indent="-360044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3pPr>
            <a:lvl4pPr marL="1828800" lvl="3" indent="-360044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4pPr>
            <a:lvl5pPr marL="2286000" lvl="4" indent="-360045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5pPr>
            <a:lvl6pPr marL="2743200" lvl="5" indent="-360045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6pPr>
            <a:lvl7pPr marL="3200400" lvl="6" indent="-360045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7pPr>
            <a:lvl8pPr marL="3657600" lvl="7" indent="-360045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8pPr>
            <a:lvl9pPr marL="4114800" lvl="8" indent="-360045" algn="l">
              <a:spcBef>
                <a:spcPts val="600"/>
              </a:spcBef>
              <a:spcAft>
                <a:spcPts val="600"/>
              </a:spcAft>
              <a:buSzPts val="2070"/>
              <a:buChar char="•"/>
              <a:defRPr/>
            </a:lvl9pPr>
          </a:lstStyle>
          <a:p>
            <a:endParaRPr/>
          </a:p>
        </p:txBody>
      </p:sp>
      <p:sp>
        <p:nvSpPr>
          <p:cNvPr id="73" name="Google Shape;73;p9"/>
          <p:cNvSpPr txBox="1">
            <a:spLocks noGrp="1"/>
          </p:cNvSpPr>
          <p:nvPr>
            <p:ph type="body" idx="2"/>
          </p:nvPr>
        </p:nvSpPr>
        <p:spPr>
          <a:xfrm>
            <a:off x="1293811" y="3031065"/>
            <a:ext cx="3718455" cy="24384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spcBef>
                <a:spcPts val="320"/>
              </a:spcBef>
              <a:spcAft>
                <a:spcPts val="0"/>
              </a:spcAft>
              <a:buSzPts val="1840"/>
              <a:buNone/>
              <a:defRPr sz="1600"/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1380"/>
              <a:buNone/>
              <a:defRPr sz="1200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150"/>
              <a:buNone/>
              <a:defRPr sz="1000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1035"/>
              <a:buNone/>
              <a:defRPr sz="900"/>
            </a:lvl9pPr>
          </a:lstStyle>
          <a:p>
            <a:endParaRPr/>
          </a:p>
        </p:txBody>
      </p:sp>
      <p:sp>
        <p:nvSpPr>
          <p:cNvPr id="74" name="Google Shape;74;p9"/>
          <p:cNvSpPr txBox="1">
            <a:spLocks noGrp="1"/>
          </p:cNvSpPr>
          <p:nvPr>
            <p:ph type="dt" idx="10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9"/>
          <p:cNvSpPr txBox="1">
            <a:spLocks noGrp="1"/>
          </p:cNvSpPr>
          <p:nvPr>
            <p:ph type="ftr" idx="11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9"/>
          <p:cNvSpPr txBox="1">
            <a:spLocks noGrp="1"/>
          </p:cNvSpPr>
          <p:nvPr>
            <p:ph type="sldNum" idx="12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  <p:cxnSp>
        <p:nvCxnSpPr>
          <p:cNvPr id="77" name="Google Shape;77;p9"/>
          <p:cNvCxnSpPr/>
          <p:nvPr/>
        </p:nvCxnSpPr>
        <p:spPr>
          <a:xfrm>
            <a:off x="1396169" y="2912533"/>
            <a:ext cx="3514498" cy="0"/>
          </a:xfrm>
          <a:prstGeom prst="straightConnector1">
            <a:avLst/>
          </a:prstGeom>
          <a:noFill/>
          <a:ln w="158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0"/>
          <p:cNvSpPr txBox="1"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800"/>
              <a:buFont typeface="Garamond"/>
              <a:buNone/>
              <a:defRPr sz="2800" b="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0"/>
          <p:cNvSpPr>
            <a:spLocks noGrp="1"/>
          </p:cNvSpPr>
          <p:nvPr>
            <p:ph type="pic" idx="2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noFill/>
          <a:ln w="57150" cap="flat" cmpd="thickThin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1" name="Google Shape;81;p10"/>
          <p:cNvSpPr txBox="1">
            <a:spLocks noGrp="1"/>
          </p:cNvSpPr>
          <p:nvPr>
            <p:ph type="body" idx="1"/>
          </p:nvPr>
        </p:nvSpPr>
        <p:spPr>
          <a:xfrm>
            <a:off x="1295399" y="3255432"/>
            <a:ext cx="6241816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spcBef>
                <a:spcPts val="360"/>
              </a:spcBef>
              <a:spcAft>
                <a:spcPts val="0"/>
              </a:spcAft>
              <a:buSzPts val="2070"/>
              <a:buNone/>
              <a:defRPr sz="1800"/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1380"/>
              <a:buNone/>
              <a:defRPr sz="1200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150"/>
              <a:buNone/>
              <a:defRPr sz="1000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1035"/>
              <a:buNone/>
              <a:defRPr sz="900"/>
            </a:lvl9pPr>
          </a:lstStyle>
          <a:p>
            <a:endParaRPr/>
          </a:p>
        </p:txBody>
      </p:sp>
      <p:sp>
        <p:nvSpPr>
          <p:cNvPr id="82" name="Google Shape;82;p10"/>
          <p:cNvSpPr txBox="1">
            <a:spLocks noGrp="1"/>
          </p:cNvSpPr>
          <p:nvPr>
            <p:ph type="dt" idx="10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0"/>
          <p:cNvSpPr txBox="1">
            <a:spLocks noGrp="1"/>
          </p:cNvSpPr>
          <p:nvPr>
            <p:ph type="ftr" idx="11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0"/>
          <p:cNvSpPr txBox="1">
            <a:spLocks noGrp="1"/>
          </p:cNvSpPr>
          <p:nvPr>
            <p:ph type="sldNum" idx="12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panorámica con descripción">
  <p:cSld name="Imagen panorámica con descripción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1"/>
          <p:cNvSpPr txBox="1"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Garamond"/>
              <a:buNone/>
              <a:defRPr sz="2400" b="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1"/>
          <p:cNvSpPr>
            <a:spLocks noGrp="1"/>
          </p:cNvSpPr>
          <p:nvPr>
            <p:ph type="pic" idx="2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noFill/>
          <a:ln w="57150" cap="flat" cmpd="thickThin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8" name="Google Shape;88;p11"/>
          <p:cNvSpPr txBox="1">
            <a:spLocks noGrp="1"/>
          </p:cNvSpPr>
          <p:nvPr>
            <p:ph type="body" idx="1"/>
          </p:nvPr>
        </p:nvSpPr>
        <p:spPr>
          <a:xfrm>
            <a:off x="1295401" y="5382153"/>
            <a:ext cx="9609666" cy="493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spcBef>
                <a:spcPts val="280"/>
              </a:spcBef>
              <a:spcAft>
                <a:spcPts val="0"/>
              </a:spcAft>
              <a:buSzPts val="1610"/>
              <a:buNone/>
              <a:defRPr sz="1400"/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1380"/>
              <a:buNone/>
              <a:defRPr sz="1200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150"/>
              <a:buNone/>
              <a:defRPr sz="1000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1035"/>
              <a:buNone/>
              <a:defRPr sz="900"/>
            </a:lvl9pPr>
          </a:lstStyle>
          <a:p>
            <a:endParaRPr/>
          </a:p>
        </p:txBody>
      </p:sp>
      <p:sp>
        <p:nvSpPr>
          <p:cNvPr id="89" name="Google Shape;89;p11"/>
          <p:cNvSpPr txBox="1">
            <a:spLocks noGrp="1"/>
          </p:cNvSpPr>
          <p:nvPr>
            <p:ph type="dt" idx="10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1"/>
          <p:cNvSpPr txBox="1">
            <a:spLocks noGrp="1"/>
          </p:cNvSpPr>
          <p:nvPr>
            <p:ph type="ftr" idx="11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11"/>
          <p:cNvSpPr txBox="1">
            <a:spLocks noGrp="1"/>
          </p:cNvSpPr>
          <p:nvPr>
            <p:ph type="sldNum" idx="12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descripción">
  <p:cSld name="Título y descripción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2"/>
          <p:cNvSpPr txBox="1"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200"/>
              <a:buFont typeface="Garamond"/>
              <a:buNone/>
              <a:defRPr sz="3200" b="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12"/>
          <p:cNvSpPr txBox="1"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>
              <a:spcBef>
                <a:spcPts val="400"/>
              </a:spcBef>
              <a:spcAft>
                <a:spcPts val="0"/>
              </a:spcAft>
              <a:buSzPts val="2300"/>
              <a:buNone/>
              <a:defRPr sz="2000">
                <a:solidFill>
                  <a:schemeClr val="dk1"/>
                </a:solidFill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207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84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95" name="Google Shape;95;p12"/>
          <p:cNvSpPr txBox="1">
            <a:spLocks noGrp="1"/>
          </p:cNvSpPr>
          <p:nvPr>
            <p:ph type="dt" idx="10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12"/>
          <p:cNvSpPr txBox="1">
            <a:spLocks noGrp="1"/>
          </p:cNvSpPr>
          <p:nvPr>
            <p:ph type="ftr" idx="11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12"/>
          <p:cNvSpPr txBox="1">
            <a:spLocks noGrp="1"/>
          </p:cNvSpPr>
          <p:nvPr>
            <p:ph type="sldNum" idx="12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  <p:cxnSp>
        <p:nvCxnSpPr>
          <p:cNvPr id="98" name="Google Shape;98;p12"/>
          <p:cNvCxnSpPr/>
          <p:nvPr/>
        </p:nvCxnSpPr>
        <p:spPr>
          <a:xfrm>
            <a:off x="1396169" y="4140199"/>
            <a:ext cx="9407298" cy="0"/>
          </a:xfrm>
          <a:prstGeom prst="straightConnector1">
            <a:avLst/>
          </a:prstGeom>
          <a:noFill/>
          <a:ln w="158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ita con descripción">
  <p:cSld name="Cita con descripción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3"/>
          <p:cNvSpPr txBox="1"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aramond"/>
              <a:buNone/>
              <a:defRPr sz="3200" b="0" cap="none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13"/>
          <p:cNvSpPr txBox="1">
            <a:spLocks noGrp="1"/>
          </p:cNvSpPr>
          <p:nvPr>
            <p:ph type="body" idx="1"/>
          </p:nvPr>
        </p:nvSpPr>
        <p:spPr>
          <a:xfrm>
            <a:off x="1674812" y="3352800"/>
            <a:ext cx="8839202" cy="5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r">
              <a:spcBef>
                <a:spcPts val="400"/>
              </a:spcBef>
              <a:spcAft>
                <a:spcPts val="0"/>
              </a:spcAft>
              <a:buSzPts val="2300"/>
              <a:buFont typeface="Garamond"/>
              <a:buNone/>
              <a:defRPr sz="2000"/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2300"/>
              <a:buFont typeface="Garamond"/>
              <a:buNone/>
              <a:defRPr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2070"/>
              <a:buFont typeface="Garamond"/>
              <a:buNone/>
              <a:defRPr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840"/>
              <a:buFont typeface="Garamond"/>
              <a:buNone/>
              <a:defRPr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610"/>
              <a:buFont typeface="Garamond"/>
              <a:buNone/>
              <a:defRPr/>
            </a:lvl5pPr>
            <a:lvl6pPr marL="2743200" lvl="5" indent="-360045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6pPr>
            <a:lvl7pPr marL="3200400" lvl="6" indent="-360045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7pPr>
            <a:lvl8pPr marL="3657600" lvl="7" indent="-360045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8pPr>
            <a:lvl9pPr marL="4114800" lvl="8" indent="-360045" algn="l">
              <a:spcBef>
                <a:spcPts val="600"/>
              </a:spcBef>
              <a:spcAft>
                <a:spcPts val="600"/>
              </a:spcAft>
              <a:buSzPts val="2070"/>
              <a:buChar char="•"/>
              <a:defRPr/>
            </a:lvl9pPr>
          </a:lstStyle>
          <a:p>
            <a:endParaRPr/>
          </a:p>
        </p:txBody>
      </p:sp>
      <p:sp>
        <p:nvSpPr>
          <p:cNvPr id="102" name="Google Shape;102;p13"/>
          <p:cNvSpPr txBox="1">
            <a:spLocks noGrp="1"/>
          </p:cNvSpPr>
          <p:nvPr>
            <p:ph type="body" idx="2"/>
          </p:nvPr>
        </p:nvSpPr>
        <p:spPr>
          <a:xfrm>
            <a:off x="1295401" y="4343399"/>
            <a:ext cx="9609666" cy="1532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>
              <a:spcBef>
                <a:spcPts val="400"/>
              </a:spcBef>
              <a:spcAft>
                <a:spcPts val="0"/>
              </a:spcAft>
              <a:buSzPts val="2300"/>
              <a:buNone/>
              <a:defRPr sz="2000">
                <a:solidFill>
                  <a:schemeClr val="dk1"/>
                </a:solidFill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207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84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03" name="Google Shape;103;p13"/>
          <p:cNvSpPr txBox="1">
            <a:spLocks noGrp="1"/>
          </p:cNvSpPr>
          <p:nvPr>
            <p:ph type="dt" idx="10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13"/>
          <p:cNvSpPr txBox="1">
            <a:spLocks noGrp="1"/>
          </p:cNvSpPr>
          <p:nvPr>
            <p:ph type="ftr" idx="11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13"/>
          <p:cNvSpPr txBox="1">
            <a:spLocks noGrp="1"/>
          </p:cNvSpPr>
          <p:nvPr>
            <p:ph type="sldNum" idx="12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  <p:sp>
        <p:nvSpPr>
          <p:cNvPr id="106" name="Google Shape;106;p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8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“</a:t>
            </a:r>
            <a:endParaRPr/>
          </a:p>
        </p:txBody>
      </p:sp>
      <p:sp>
        <p:nvSpPr>
          <p:cNvPr id="107" name="Google Shape;107;p13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8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”</a:t>
            </a:r>
            <a:endParaRPr/>
          </a:p>
        </p:txBody>
      </p:sp>
      <p:cxnSp>
        <p:nvCxnSpPr>
          <p:cNvPr id="108" name="Google Shape;108;p13"/>
          <p:cNvCxnSpPr/>
          <p:nvPr/>
        </p:nvCxnSpPr>
        <p:spPr>
          <a:xfrm>
            <a:off x="1396169" y="4140199"/>
            <a:ext cx="9407298" cy="0"/>
          </a:xfrm>
          <a:prstGeom prst="straightConnector1">
            <a:avLst/>
          </a:prstGeom>
          <a:noFill/>
          <a:ln w="158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rjeta de nombre">
  <p:cSld name="Tarjeta de nombre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4"/>
          <p:cNvSpPr txBox="1"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200"/>
              <a:buFont typeface="Garamond"/>
              <a:buNone/>
              <a:defRPr sz="3200" b="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14"/>
          <p:cNvSpPr txBox="1"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SzPts val="2300"/>
              <a:buNone/>
              <a:defRPr sz="2000">
                <a:solidFill>
                  <a:schemeClr val="dk1"/>
                </a:solidFill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207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84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12" name="Google Shape;112;p14"/>
          <p:cNvSpPr txBox="1">
            <a:spLocks noGrp="1"/>
          </p:cNvSpPr>
          <p:nvPr>
            <p:ph type="dt" idx="10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14"/>
          <p:cNvSpPr txBox="1">
            <a:spLocks noGrp="1"/>
          </p:cNvSpPr>
          <p:nvPr>
            <p:ph type="ftr" idx="11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14"/>
          <p:cNvSpPr txBox="1">
            <a:spLocks noGrp="1"/>
          </p:cNvSpPr>
          <p:nvPr>
            <p:ph type="sldNum" idx="12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itar la tarjeta de nombre">
  <p:cSld name="Citar la tarjeta de nombre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5"/>
          <p:cNvSpPr txBox="1"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aramond"/>
              <a:buNone/>
              <a:defRPr sz="3200" b="0" cap="none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15"/>
          <p:cNvSpPr txBox="1">
            <a:spLocks noGrp="1"/>
          </p:cNvSpPr>
          <p:nvPr>
            <p:ph type="body" idx="1"/>
          </p:nvPr>
        </p:nvSpPr>
        <p:spPr>
          <a:xfrm>
            <a:off x="1295401" y="3639312"/>
            <a:ext cx="9609668" cy="886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2760"/>
              <a:buNone/>
              <a:defRPr sz="2400">
                <a:solidFill>
                  <a:schemeClr val="dk1"/>
                </a:solidFill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207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84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18" name="Google Shape;118;p15"/>
          <p:cNvSpPr txBox="1">
            <a:spLocks noGrp="1"/>
          </p:cNvSpPr>
          <p:nvPr>
            <p:ph type="body" idx="2"/>
          </p:nvPr>
        </p:nvSpPr>
        <p:spPr>
          <a:xfrm>
            <a:off x="1295401" y="4529667"/>
            <a:ext cx="9609668" cy="13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60"/>
              </a:spcBef>
              <a:spcAft>
                <a:spcPts val="0"/>
              </a:spcAft>
              <a:buSzPts val="2070"/>
              <a:buNone/>
              <a:defRPr sz="1800">
                <a:solidFill>
                  <a:schemeClr val="dk1"/>
                </a:solidFill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207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84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19" name="Google Shape;119;p15"/>
          <p:cNvSpPr txBox="1">
            <a:spLocks noGrp="1"/>
          </p:cNvSpPr>
          <p:nvPr>
            <p:ph type="dt" idx="10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15"/>
          <p:cNvSpPr txBox="1">
            <a:spLocks noGrp="1"/>
          </p:cNvSpPr>
          <p:nvPr>
            <p:ph type="ftr" idx="11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15"/>
          <p:cNvSpPr txBox="1">
            <a:spLocks noGrp="1"/>
          </p:cNvSpPr>
          <p:nvPr>
            <p:ph type="sldNum" idx="12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8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“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8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”</a:t>
            </a:r>
            <a:endParaRPr/>
          </a:p>
        </p:txBody>
      </p:sp>
      <p:cxnSp>
        <p:nvCxnSpPr>
          <p:cNvPr id="124" name="Google Shape;124;p15"/>
          <p:cNvCxnSpPr/>
          <p:nvPr/>
        </p:nvCxnSpPr>
        <p:spPr>
          <a:xfrm>
            <a:off x="1396169" y="3429000"/>
            <a:ext cx="9407298" cy="0"/>
          </a:xfrm>
          <a:prstGeom prst="straightConnector1">
            <a:avLst/>
          </a:prstGeom>
          <a:noFill/>
          <a:ln w="158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dadero o falso">
  <p:cSld name="Verdadero o falso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6"/>
          <p:cNvSpPr txBox="1"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Garamond"/>
              <a:buNone/>
              <a:defRPr b="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16"/>
          <p:cNvSpPr txBox="1">
            <a:spLocks noGrp="1"/>
          </p:cNvSpPr>
          <p:nvPr>
            <p:ph type="body" idx="1"/>
          </p:nvPr>
        </p:nvSpPr>
        <p:spPr>
          <a:xfrm>
            <a:off x="1295401" y="3630168"/>
            <a:ext cx="9609668" cy="841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3220"/>
              <a:buNone/>
              <a:defRPr sz="2800">
                <a:solidFill>
                  <a:schemeClr val="dk1"/>
                </a:solidFill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207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84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28" name="Google Shape;128;p16"/>
          <p:cNvSpPr txBox="1">
            <a:spLocks noGrp="1"/>
          </p:cNvSpPr>
          <p:nvPr>
            <p:ph type="body" idx="2"/>
          </p:nvPr>
        </p:nvSpPr>
        <p:spPr>
          <a:xfrm>
            <a:off x="1295400" y="4470399"/>
            <a:ext cx="9609670" cy="140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60"/>
              </a:spcBef>
              <a:spcAft>
                <a:spcPts val="0"/>
              </a:spcAft>
              <a:buSzPts val="2070"/>
              <a:buNone/>
              <a:defRPr sz="1800">
                <a:solidFill>
                  <a:schemeClr val="dk1"/>
                </a:solidFill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207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84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29" name="Google Shape;129;p16"/>
          <p:cNvSpPr txBox="1">
            <a:spLocks noGrp="1"/>
          </p:cNvSpPr>
          <p:nvPr>
            <p:ph type="dt" idx="10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0" name="Google Shape;130;p16"/>
          <p:cNvSpPr txBox="1">
            <a:spLocks noGrp="1"/>
          </p:cNvSpPr>
          <p:nvPr>
            <p:ph type="ftr" idx="11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16"/>
          <p:cNvSpPr txBox="1">
            <a:spLocks noGrp="1"/>
          </p:cNvSpPr>
          <p:nvPr>
            <p:ph type="sldNum" idx="12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  <p:cxnSp>
        <p:nvCxnSpPr>
          <p:cNvPr id="132" name="Google Shape;132;p16"/>
          <p:cNvCxnSpPr/>
          <p:nvPr/>
        </p:nvCxnSpPr>
        <p:spPr>
          <a:xfrm>
            <a:off x="1396169" y="3429000"/>
            <a:ext cx="9407298" cy="0"/>
          </a:xfrm>
          <a:prstGeom prst="straightConnector1">
            <a:avLst/>
          </a:prstGeom>
          <a:noFill/>
          <a:ln w="158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7"/>
          <p:cNvSpPr txBox="1"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Garamond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17"/>
          <p:cNvSpPr txBox="1">
            <a:spLocks noGrp="1"/>
          </p:cNvSpPr>
          <p:nvPr>
            <p:ph type="body" idx="1"/>
          </p:nvPr>
        </p:nvSpPr>
        <p:spPr>
          <a:xfrm rot="5400000">
            <a:off x="4436531" y="-584198"/>
            <a:ext cx="3318936" cy="9601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0045" algn="l">
              <a:spcBef>
                <a:spcPts val="360"/>
              </a:spcBef>
              <a:spcAft>
                <a:spcPts val="0"/>
              </a:spcAft>
              <a:buSzPts val="2070"/>
              <a:buChar char="•"/>
              <a:defRPr/>
            </a:lvl1pPr>
            <a:lvl2pPr marL="914400" lvl="1" indent="-360044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2pPr>
            <a:lvl3pPr marL="1371600" lvl="2" indent="-360044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3pPr>
            <a:lvl4pPr marL="1828800" lvl="3" indent="-360044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4pPr>
            <a:lvl5pPr marL="2286000" lvl="4" indent="-360045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5pPr>
            <a:lvl6pPr marL="2743200" lvl="5" indent="-360045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6pPr>
            <a:lvl7pPr marL="3200400" lvl="6" indent="-360045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7pPr>
            <a:lvl8pPr marL="3657600" lvl="7" indent="-360045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8pPr>
            <a:lvl9pPr marL="4114800" lvl="8" indent="-360045" algn="l">
              <a:spcBef>
                <a:spcPts val="600"/>
              </a:spcBef>
              <a:spcAft>
                <a:spcPts val="600"/>
              </a:spcAft>
              <a:buSzPts val="2070"/>
              <a:buChar char="•"/>
              <a:defRPr/>
            </a:lvl9pPr>
          </a:lstStyle>
          <a:p>
            <a:endParaRPr/>
          </a:p>
        </p:txBody>
      </p:sp>
      <p:sp>
        <p:nvSpPr>
          <p:cNvPr id="136" name="Google Shape;136;p17"/>
          <p:cNvSpPr txBox="1">
            <a:spLocks noGrp="1"/>
          </p:cNvSpPr>
          <p:nvPr>
            <p:ph type="dt" idx="10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7" name="Google Shape;137;p17"/>
          <p:cNvSpPr txBox="1">
            <a:spLocks noGrp="1"/>
          </p:cNvSpPr>
          <p:nvPr>
            <p:ph type="ftr" idx="11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17"/>
          <p:cNvSpPr txBox="1">
            <a:spLocks noGrp="1"/>
          </p:cNvSpPr>
          <p:nvPr>
            <p:ph type="sldNum" idx="12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  <p:cxnSp>
        <p:nvCxnSpPr>
          <p:cNvPr id="139" name="Google Shape;139;p17"/>
          <p:cNvCxnSpPr/>
          <p:nvPr/>
        </p:nvCxnSpPr>
        <p:spPr>
          <a:xfrm>
            <a:off x="1396169" y="2421466"/>
            <a:ext cx="9407298" cy="0"/>
          </a:xfrm>
          <a:prstGeom prst="straightConnector1">
            <a:avLst/>
          </a:prstGeom>
          <a:noFill/>
          <a:ln w="158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8"/>
          <p:cNvSpPr txBox="1">
            <a:spLocks noGrp="1"/>
          </p:cNvSpPr>
          <p:nvPr>
            <p:ph type="title"/>
          </p:nvPr>
        </p:nvSpPr>
        <p:spPr>
          <a:xfrm rot="5400000">
            <a:off x="7497936" y="2483551"/>
            <a:ext cx="4893735" cy="18908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18"/>
          <p:cNvSpPr txBox="1">
            <a:spLocks noGrp="1"/>
          </p:cNvSpPr>
          <p:nvPr>
            <p:ph type="body" idx="1"/>
          </p:nvPr>
        </p:nvSpPr>
        <p:spPr>
          <a:xfrm rot="5400000">
            <a:off x="2565043" y="-287514"/>
            <a:ext cx="4893734" cy="7433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0045" algn="l">
              <a:spcBef>
                <a:spcPts val="360"/>
              </a:spcBef>
              <a:spcAft>
                <a:spcPts val="0"/>
              </a:spcAft>
              <a:buSzPts val="2070"/>
              <a:buChar char="•"/>
              <a:defRPr/>
            </a:lvl1pPr>
            <a:lvl2pPr marL="914400" lvl="1" indent="-360044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2pPr>
            <a:lvl3pPr marL="1371600" lvl="2" indent="-360044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3pPr>
            <a:lvl4pPr marL="1828800" lvl="3" indent="-360044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4pPr>
            <a:lvl5pPr marL="2286000" lvl="4" indent="-360045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5pPr>
            <a:lvl6pPr marL="2743200" lvl="5" indent="-360045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6pPr>
            <a:lvl7pPr marL="3200400" lvl="6" indent="-360045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7pPr>
            <a:lvl8pPr marL="3657600" lvl="7" indent="-360045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8pPr>
            <a:lvl9pPr marL="4114800" lvl="8" indent="-360045" algn="l">
              <a:spcBef>
                <a:spcPts val="600"/>
              </a:spcBef>
              <a:spcAft>
                <a:spcPts val="600"/>
              </a:spcAft>
              <a:buSzPts val="2070"/>
              <a:buChar char="•"/>
              <a:defRPr/>
            </a:lvl9pPr>
          </a:lstStyle>
          <a:p>
            <a:endParaRPr/>
          </a:p>
        </p:txBody>
      </p:sp>
      <p:sp>
        <p:nvSpPr>
          <p:cNvPr id="143" name="Google Shape;143;p18"/>
          <p:cNvSpPr txBox="1">
            <a:spLocks noGrp="1"/>
          </p:cNvSpPr>
          <p:nvPr>
            <p:ph type="dt" idx="10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4" name="Google Shape;144;p18"/>
          <p:cNvSpPr txBox="1">
            <a:spLocks noGrp="1"/>
          </p:cNvSpPr>
          <p:nvPr>
            <p:ph type="ftr" idx="11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p18"/>
          <p:cNvSpPr txBox="1">
            <a:spLocks noGrp="1"/>
          </p:cNvSpPr>
          <p:nvPr>
            <p:ph type="sldNum" idx="12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  <p:cxnSp>
        <p:nvCxnSpPr>
          <p:cNvPr id="146" name="Google Shape;146;p18"/>
          <p:cNvCxnSpPr/>
          <p:nvPr/>
        </p:nvCxnSpPr>
        <p:spPr>
          <a:xfrm>
            <a:off x="8863890" y="990600"/>
            <a:ext cx="0" cy="4876800"/>
          </a:xfrm>
          <a:prstGeom prst="straightConnector1">
            <a:avLst/>
          </a:prstGeom>
          <a:noFill/>
          <a:ln w="158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3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9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oogle Shape;6;p1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7" name="Google Shape;7;p1" descr="HD-PanelContent.png"/>
            <p:cNvPicPr preferRelativeResize="0"/>
            <p:nvPr/>
          </p:nvPicPr>
          <p:blipFill rotWithShape="1">
            <a:blip r:embed="rId20">
              <a:alphaModFix/>
            </a:blip>
            <a:srcRect/>
            <a:stretch/>
          </p:blipFill>
          <p:spPr>
            <a:xfrm>
              <a:off x="0" y="0"/>
              <a:ext cx="12188825" cy="685621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" name="Google Shape;8;p1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9" name="Google Shape;9;p1" descr="HDRibbonContent-UniformTrim.png"/>
            <p:cNvPicPr preferRelativeResize="0"/>
            <p:nvPr/>
          </p:nvPicPr>
          <p:blipFill rotWithShape="1">
            <a:blip r:embed="rId21">
              <a:alphaModFix/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" name="Google Shape;10;p1" descr="HDRibbonContent-UniformTrim.png"/>
            <p:cNvPicPr preferRelativeResize="0"/>
            <p:nvPr/>
          </p:nvPicPr>
          <p:blipFill rotWithShape="1">
            <a:blip r:embed="rId21">
              <a:alphaModFix/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" name="Google Shape;11;p1"/>
          <p:cNvSpPr txBox="1"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Garamond"/>
              <a:buNone/>
              <a:defRPr sz="4400" b="0" i="0" u="none" strike="noStrike" cap="non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3860" algn="l" rtl="0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760"/>
              <a:buFont typeface="Arial"/>
              <a:buChar char="•"/>
              <a:defRPr sz="2400" b="0" i="0" u="none" strike="noStrike" cap="non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marL="914400" marR="0" lvl="1" indent="-374650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300"/>
              <a:buFont typeface="Arial"/>
              <a:buChar char="•"/>
              <a:defRPr sz="2000" b="0" i="0" u="none" strike="noStrike" cap="non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marL="1371600" marR="0" lvl="2" indent="-360044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070"/>
              <a:buFont typeface="Arial"/>
              <a:buChar char="•"/>
              <a:defRPr sz="1800" b="0" i="0" u="none" strike="noStrike" cap="non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marL="1828800" marR="0" lvl="3" indent="-345439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40"/>
              <a:buFont typeface="Arial"/>
              <a:buChar char="•"/>
              <a:defRPr sz="1600" b="0" i="0" u="none" strike="noStrike" cap="non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marL="2286000" marR="0" lvl="4" indent="-330835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10"/>
              <a:buFont typeface="Arial"/>
              <a:buChar char="•"/>
              <a:defRPr sz="1400" b="0" i="0" u="none" strike="noStrike" cap="non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marL="2743200" marR="0" lvl="5" indent="-330835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10"/>
              <a:buFont typeface="Arial"/>
              <a:buChar char="•"/>
              <a:defRPr sz="1400" b="0" i="0" u="none" strike="noStrike" cap="non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marL="3200400" marR="0" lvl="6" indent="-330835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10"/>
              <a:buFont typeface="Arial"/>
              <a:buChar char="•"/>
              <a:defRPr sz="1400" b="0" i="0" u="none" strike="noStrike" cap="non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marL="3657600" marR="0" lvl="7" indent="-330834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10"/>
              <a:buFont typeface="Arial"/>
              <a:buChar char="•"/>
              <a:defRPr sz="1400" b="0" i="0" u="none" strike="noStrike" cap="non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marL="4114800" marR="0" lvl="8" indent="-330834" algn="l" rtl="0"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ts val="1610"/>
              <a:buFont typeface="Arial"/>
              <a:buChar char="•"/>
              <a:defRPr sz="1400" b="0" i="0" u="none" strike="noStrike" cap="non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dt" idx="10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ftr" idx="11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endParaRPr/>
          </a:p>
        </p:txBody>
      </p:sp>
      <p:sp>
        <p:nvSpPr>
          <p:cNvPr id="15" name="Google Shape;15;p1"/>
          <p:cNvSpPr txBox="1">
            <a:spLocks noGrp="1"/>
          </p:cNvSpPr>
          <p:nvPr>
            <p:ph type="sldNum" idx="12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marL="0" marR="0" lvl="1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marL="0" marR="0" lvl="2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marL="0" marR="0" lvl="3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marL="0" marR="0" lvl="4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marL="0" marR="0" lvl="5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marL="0" marR="0" lvl="6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marL="0" marR="0" lvl="7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marL="0" marR="0" lvl="8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JoelAlBe" TargetMode="External"/><Relationship Id="rId3" Type="http://schemas.openxmlformats.org/officeDocument/2006/relationships/hyperlink" Target="https://drive.google.com/drive/folders/1QIXLoJ1DgOjz_bG6u-ahjW5-GZDhkQll" TargetMode="External"/><Relationship Id="rId7" Type="http://schemas.openxmlformats.org/officeDocument/2006/relationships/hyperlink" Target="https://github.com/Ruizso/Wendy-Ruiz-soto/commit/4a992ed0919b3f43049cab181b5d0d645f0474de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ithub.com/Jair1507/ProyectoACS" TargetMode="External"/><Relationship Id="rId11" Type="http://schemas.openxmlformats.org/officeDocument/2006/relationships/hyperlink" Target="https://trello.com/invite/b/Kok7tTQ8/ATTI43323b494fe7641ce45751f62e2ef04674AAD928/jalekw" TargetMode="External"/><Relationship Id="rId5" Type="http://schemas.openxmlformats.org/officeDocument/2006/relationships/hyperlink" Target="https://drive.google.com/drive/u/1/folders/1pNN6PTQAt0aDEpAXmDw9qF1BNqXaRCRu" TargetMode="External"/><Relationship Id="rId10" Type="http://schemas.openxmlformats.org/officeDocument/2006/relationships/hyperlink" Target="https://trello.com/b/ZUmDLSfv/gestion-de-historiales" TargetMode="External"/><Relationship Id="rId4" Type="http://schemas.openxmlformats.org/officeDocument/2006/relationships/hyperlink" Target="https://drive.google.com/drive/folders/1roIZeBgCrvVBjwN8x02LlcdLrVmbr4rU?usp=sharing" TargetMode="External"/><Relationship Id="rId9" Type="http://schemas.openxmlformats.org/officeDocument/2006/relationships/hyperlink" Target="https://trello.com/b/Kok7tTQ8/jalekw" TargetMode="Externa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9"/>
          <p:cNvSpPr txBox="1"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5400"/>
              <a:buFont typeface="Garamond"/>
              <a:buNone/>
            </a:pPr>
            <a:r>
              <a:rPr lang="es-MX"/>
              <a:t>Gestión de historiales médicos</a:t>
            </a:r>
            <a:endParaRPr/>
          </a:p>
        </p:txBody>
      </p:sp>
      <p:sp>
        <p:nvSpPr>
          <p:cNvPr id="152" name="Google Shape;152;p19"/>
          <p:cNvSpPr txBox="1">
            <a:spLocks noGrp="1"/>
          </p:cNvSpPr>
          <p:nvPr>
            <p:ph type="subTitle" idx="1"/>
          </p:nvPr>
        </p:nvSpPr>
        <p:spPr>
          <a:xfrm>
            <a:off x="2512094" y="3940932"/>
            <a:ext cx="2871275" cy="13208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ct val="115000"/>
              <a:buNone/>
            </a:pPr>
            <a:r>
              <a:rPr lang="es-MX"/>
              <a:t>Consultaría JALEK.W</a:t>
            </a:r>
            <a:endParaRPr/>
          </a:p>
          <a:p>
            <a:pPr marL="0" lvl="0" indent="0" algn="ctr" rtl="0">
              <a:spcBef>
                <a:spcPts val="894"/>
              </a:spcBef>
              <a:spcAft>
                <a:spcPts val="0"/>
              </a:spcAft>
              <a:buSzPct val="115000"/>
              <a:buNone/>
            </a:pPr>
            <a:r>
              <a:rPr lang="es-MX"/>
              <a:t>Alba Berger Brandon Joel</a:t>
            </a:r>
            <a:endParaRPr/>
          </a:p>
          <a:p>
            <a:pPr marL="0" lvl="0" indent="0" algn="ctr" rtl="0">
              <a:spcBef>
                <a:spcPts val="894"/>
              </a:spcBef>
              <a:spcAft>
                <a:spcPts val="0"/>
              </a:spcAft>
              <a:buSzPct val="115000"/>
              <a:buNone/>
            </a:pPr>
            <a:r>
              <a:rPr lang="es-MX"/>
              <a:t>Canales Pérez Alan Jair</a:t>
            </a:r>
            <a:endParaRPr/>
          </a:p>
          <a:p>
            <a:pPr marL="0" lvl="0" indent="0" algn="ctr" rtl="0">
              <a:spcBef>
                <a:spcPts val="894"/>
              </a:spcBef>
              <a:spcAft>
                <a:spcPts val="0"/>
              </a:spcAft>
              <a:buSzPct val="115000"/>
              <a:buNone/>
            </a:pPr>
            <a:r>
              <a:rPr lang="es-MX"/>
              <a:t>Ruiz Soto Wendy</a:t>
            </a:r>
            <a:endParaRPr/>
          </a:p>
          <a:p>
            <a:pPr marL="0" lvl="0" indent="0" algn="ctr" rtl="0">
              <a:spcBef>
                <a:spcPts val="894"/>
              </a:spcBef>
              <a:spcAft>
                <a:spcPts val="0"/>
              </a:spcAft>
              <a:buSzPct val="115000"/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0"/>
          <p:cNvSpPr txBox="1">
            <a:spLocks noGrp="1"/>
          </p:cNvSpPr>
          <p:nvPr>
            <p:ph type="title"/>
          </p:nvPr>
        </p:nvSpPr>
        <p:spPr>
          <a:xfrm>
            <a:off x="1153734" y="1098043"/>
            <a:ext cx="9601196" cy="7307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Garamond"/>
              <a:buNone/>
            </a:pPr>
            <a:r>
              <a:rPr lang="es-MX"/>
              <a:t>Descripción del problema</a:t>
            </a:r>
            <a:br>
              <a:rPr lang="es-MX"/>
            </a:br>
            <a:endParaRPr/>
          </a:p>
        </p:txBody>
      </p:sp>
      <p:sp>
        <p:nvSpPr>
          <p:cNvPr id="158" name="Google Shape;158;p20"/>
          <p:cNvSpPr txBox="1">
            <a:spLocks noGrp="1"/>
          </p:cNvSpPr>
          <p:nvPr>
            <p:ph type="body" idx="1"/>
          </p:nvPr>
        </p:nvSpPr>
        <p:spPr>
          <a:xfrm>
            <a:off x="1282522" y="2234960"/>
            <a:ext cx="9601196" cy="3318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0000" lnSpcReduction="20000"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SzPct val="115000"/>
              <a:buChar char="•"/>
            </a:pPr>
            <a:r>
              <a:rPr lang="es-MX"/>
              <a:t>Situación actual</a:t>
            </a:r>
            <a:endParaRPr/>
          </a:p>
          <a:p>
            <a:pPr marL="0" lvl="0" indent="0" algn="l" rtl="0">
              <a:spcBef>
                <a:spcPts val="880"/>
              </a:spcBef>
              <a:spcAft>
                <a:spcPts val="0"/>
              </a:spcAft>
              <a:buSzPct val="115000"/>
              <a:buNone/>
            </a:pPr>
            <a:r>
              <a:rPr lang="es-MX" sz="2000"/>
              <a:t>Al examinar la problemática que los hospitales contienen una mala organización de sus consultas, registro, citas y no tener los expedientes de los pacientes al momento la atención es mas lenta y tardía para médicos, recepcionistas y pacientes</a:t>
            </a:r>
            <a:endParaRPr/>
          </a:p>
          <a:p>
            <a:pPr marL="285750" lvl="0" indent="-285750" algn="l" rtl="0">
              <a:spcBef>
                <a:spcPts val="936"/>
              </a:spcBef>
              <a:spcAft>
                <a:spcPts val="0"/>
              </a:spcAft>
              <a:buSzPct val="115000"/>
              <a:buChar char="•"/>
            </a:pPr>
            <a:r>
              <a:rPr lang="es-MX"/>
              <a:t>Problemas detectados</a:t>
            </a:r>
            <a:endParaRPr/>
          </a:p>
          <a:p>
            <a:pPr marL="0" lvl="0" indent="0" algn="l" rtl="0">
              <a:spcBef>
                <a:spcPts val="894"/>
              </a:spcBef>
              <a:spcAft>
                <a:spcPts val="0"/>
              </a:spcAft>
              <a:buSzPct val="115000"/>
              <a:buNone/>
            </a:pPr>
            <a:r>
              <a:rPr lang="es-MX" sz="2100"/>
              <a:t>No contar con el expediente de inmediato de los pacientes</a:t>
            </a:r>
            <a:endParaRPr/>
          </a:p>
          <a:p>
            <a:pPr marL="0" lvl="0" indent="0" algn="l" rtl="0">
              <a:spcBef>
                <a:spcPts val="894"/>
              </a:spcBef>
              <a:spcAft>
                <a:spcPts val="0"/>
              </a:spcAft>
              <a:buSzPct val="115000"/>
              <a:buNone/>
            </a:pPr>
            <a:r>
              <a:rPr lang="es-MX" sz="2100"/>
              <a:t>Mala organización de citas</a:t>
            </a:r>
            <a:endParaRPr/>
          </a:p>
          <a:p>
            <a:pPr marL="0" lvl="0" indent="0" algn="l" rtl="0">
              <a:spcBef>
                <a:spcPts val="894"/>
              </a:spcBef>
              <a:spcAft>
                <a:spcPts val="0"/>
              </a:spcAft>
              <a:buSzPct val="115000"/>
              <a:buNone/>
            </a:pPr>
            <a:r>
              <a:rPr lang="es-MX" sz="2100"/>
              <a:t>Traspapeleo de parte de recepción</a:t>
            </a:r>
            <a:endParaRPr/>
          </a:p>
          <a:p>
            <a:pPr marL="0" lvl="0" indent="0" algn="l" rtl="0">
              <a:spcBef>
                <a:spcPts val="894"/>
              </a:spcBef>
              <a:spcAft>
                <a:spcPts val="0"/>
              </a:spcAft>
              <a:buSzPct val="115000"/>
              <a:buNone/>
            </a:pPr>
            <a:r>
              <a:rPr lang="es-MX" sz="2100"/>
              <a:t>No contar con registro de sus pacientes</a:t>
            </a:r>
            <a:endParaRPr/>
          </a:p>
          <a:p>
            <a:pPr marL="285750" lvl="0" indent="-285750" algn="l" rtl="0">
              <a:spcBef>
                <a:spcPts val="936"/>
              </a:spcBef>
              <a:spcAft>
                <a:spcPts val="0"/>
              </a:spcAft>
              <a:buSzPct val="115000"/>
              <a:buChar char="•"/>
            </a:pPr>
            <a:r>
              <a:rPr lang="es-MX"/>
              <a:t>Justificación del problema</a:t>
            </a:r>
            <a:endParaRPr/>
          </a:p>
          <a:p>
            <a:pPr marL="0" lvl="0" indent="0" algn="l" rtl="0">
              <a:spcBef>
                <a:spcPts val="936"/>
              </a:spcBef>
              <a:spcAft>
                <a:spcPts val="0"/>
              </a:spcAft>
              <a:buSzPct val="115000"/>
              <a:buNone/>
            </a:pPr>
            <a:r>
              <a:rPr lang="es-MX"/>
              <a:t>Tiene hincapié desde la parte de los empleados de los hospitales por la falta de un sistema con el cual contar para una mejor atención a los pacientes buscando una solución a esa problemática.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1"/>
          <p:cNvSpPr txBox="1"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Garamond"/>
              <a:buNone/>
            </a:pPr>
            <a:r>
              <a:rPr lang="es-MX"/>
              <a:t>Requisitos más importantes del sistema</a:t>
            </a:r>
            <a:endParaRPr/>
          </a:p>
        </p:txBody>
      </p:sp>
      <p:sp>
        <p:nvSpPr>
          <p:cNvPr id="164" name="Google Shape;164;p21"/>
          <p:cNvSpPr txBox="1"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2760"/>
              <a:buNone/>
            </a:pPr>
            <a:r>
              <a:rPr lang="es-MX"/>
              <a:t>RN-001: El sistema permitirá el registro de los pacientes</a:t>
            </a:r>
            <a:endParaRPr/>
          </a:p>
          <a:p>
            <a:pPr marL="0" lvl="0" indent="0" algn="l" rtl="0">
              <a:spcBef>
                <a:spcPts val="1080"/>
              </a:spcBef>
              <a:spcAft>
                <a:spcPts val="0"/>
              </a:spcAft>
              <a:buSzPts val="2760"/>
              <a:buNone/>
            </a:pPr>
            <a:r>
              <a:rPr lang="es-MX"/>
              <a:t>RN-002: El sistema deberá guardar y eliminar los pacientes en la base de datos</a:t>
            </a:r>
            <a:endParaRPr/>
          </a:p>
          <a:p>
            <a:pPr marL="0" lvl="0" indent="0" algn="l" rtl="0">
              <a:spcBef>
                <a:spcPts val="1080"/>
              </a:spcBef>
              <a:spcAft>
                <a:spcPts val="0"/>
              </a:spcAft>
              <a:buSzPts val="2760"/>
              <a:buNone/>
            </a:pPr>
            <a:r>
              <a:rPr lang="es-MX"/>
              <a:t>RN-003: El sistema permitirá realizar recetas </a:t>
            </a:r>
            <a:endParaRPr/>
          </a:p>
          <a:p>
            <a:pPr marL="0" lvl="0" indent="0" algn="l" rtl="0">
              <a:spcBef>
                <a:spcPts val="1080"/>
              </a:spcBef>
              <a:spcAft>
                <a:spcPts val="0"/>
              </a:spcAft>
              <a:buSzPts val="2760"/>
              <a:buNone/>
            </a:pPr>
            <a:r>
              <a:rPr lang="es-MX"/>
              <a:t>RN-004: El sistema deberá  guardar la citas en la base de datos</a:t>
            </a:r>
            <a:endParaRPr/>
          </a:p>
          <a:p>
            <a:pPr marL="0" lvl="0" indent="0" algn="l" rtl="0">
              <a:spcBef>
                <a:spcPts val="1080"/>
              </a:spcBef>
              <a:spcAft>
                <a:spcPts val="0"/>
              </a:spcAft>
              <a:buSzPts val="2760"/>
              <a:buNone/>
            </a:pPr>
            <a:r>
              <a:rPr lang="es-MX"/>
              <a:t> el sistema deberá agendar citas y guardarlas</a:t>
            </a:r>
            <a:endParaRPr/>
          </a:p>
          <a:p>
            <a:pPr marL="0" lvl="0" indent="0" algn="l" rtl="0">
              <a:spcBef>
                <a:spcPts val="1080"/>
              </a:spcBef>
              <a:spcAft>
                <a:spcPts val="0"/>
              </a:spcAft>
              <a:buSzPts val="2760"/>
              <a:buNone/>
            </a:pPr>
            <a:r>
              <a:rPr lang="es-MX"/>
              <a:t>RN-005: El sistema permitirá eliminar una cita, paciente nuevo y recetas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2"/>
          <p:cNvSpPr txBox="1"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Garamond"/>
              <a:buNone/>
            </a:pPr>
            <a:r>
              <a:rPr lang="es-MX"/>
              <a:t>Elementos técnicos mas importantes para el desarrollo de la propuesta del software</a:t>
            </a:r>
            <a:endParaRPr/>
          </a:p>
        </p:txBody>
      </p:sp>
      <p:sp>
        <p:nvSpPr>
          <p:cNvPr id="170" name="Google Shape;170;p22"/>
          <p:cNvSpPr txBox="1"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SzPts val="2760"/>
              <a:buChar char="•"/>
            </a:pPr>
            <a:r>
              <a:rPr lang="es-MX"/>
              <a:t>Lluvias de ideas en el equipo</a:t>
            </a:r>
            <a:endParaRPr/>
          </a:p>
          <a:p>
            <a:pPr marL="285750" lvl="0" indent="-285750" algn="l" rtl="0">
              <a:spcBef>
                <a:spcPts val="1080"/>
              </a:spcBef>
              <a:spcAft>
                <a:spcPts val="0"/>
              </a:spcAft>
              <a:buSzPts val="2760"/>
              <a:buChar char="•"/>
            </a:pPr>
            <a:r>
              <a:rPr lang="es-MX"/>
              <a:t>Roles de trabajo</a:t>
            </a:r>
            <a:endParaRPr/>
          </a:p>
          <a:p>
            <a:pPr marL="285750" lvl="0" indent="-285750" algn="l" rtl="0">
              <a:spcBef>
                <a:spcPts val="1080"/>
              </a:spcBef>
              <a:spcAft>
                <a:spcPts val="0"/>
              </a:spcAft>
              <a:buSzPts val="2760"/>
              <a:buChar char="•"/>
            </a:pPr>
            <a:r>
              <a:rPr lang="es-MX"/>
              <a:t>Investigaciones del tema de los hospitales y sus necesidades que lo ameritan</a:t>
            </a:r>
            <a:endParaRPr/>
          </a:p>
          <a:p>
            <a:pPr marL="285750" lvl="0" indent="-285750" algn="l" rtl="0">
              <a:spcBef>
                <a:spcPts val="1080"/>
              </a:spcBef>
              <a:spcAft>
                <a:spcPts val="0"/>
              </a:spcAft>
              <a:buSzPts val="2760"/>
              <a:buChar char="•"/>
            </a:pPr>
            <a:r>
              <a:rPr lang="es-MX"/>
              <a:t>Flujos de trabajo</a:t>
            </a:r>
            <a:endParaRPr/>
          </a:p>
          <a:p>
            <a:pPr marL="285750" lvl="0" indent="-285750" algn="l" rtl="0">
              <a:spcBef>
                <a:spcPts val="1080"/>
              </a:spcBef>
              <a:spcAft>
                <a:spcPts val="0"/>
              </a:spcAft>
              <a:buSzPts val="2760"/>
              <a:buChar char="•"/>
            </a:pPr>
            <a:r>
              <a:rPr lang="es-MX"/>
              <a:t>Documentación</a:t>
            </a:r>
            <a:endParaRPr/>
          </a:p>
          <a:p>
            <a:pPr marL="285750" lvl="0" indent="-285750" algn="l" rtl="0">
              <a:spcBef>
                <a:spcPts val="1080"/>
              </a:spcBef>
              <a:spcAft>
                <a:spcPts val="0"/>
              </a:spcAft>
              <a:buSzPts val="2760"/>
              <a:buChar char="•"/>
            </a:pPr>
            <a:r>
              <a:rPr lang="es-MX"/>
              <a:t>Reportes</a:t>
            </a:r>
            <a:endParaRPr/>
          </a:p>
          <a:p>
            <a:pPr marL="285750" lvl="0" indent="-285750" algn="l" rtl="0">
              <a:spcBef>
                <a:spcPts val="1080"/>
              </a:spcBef>
              <a:spcAft>
                <a:spcPts val="0"/>
              </a:spcAft>
              <a:buSzPts val="2760"/>
              <a:buChar char="•"/>
            </a:pPr>
            <a:r>
              <a:rPr lang="es-MX"/>
              <a:t>Pruebas 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3"/>
          <p:cNvSpPr txBox="1"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Garamond"/>
              <a:buNone/>
            </a:pPr>
            <a:r>
              <a:rPr lang="es-MX"/>
              <a:t>Revisión del diseño de pruebas del software</a:t>
            </a:r>
            <a:endParaRPr/>
          </a:p>
        </p:txBody>
      </p:sp>
      <p:sp>
        <p:nvSpPr>
          <p:cNvPr id="176" name="Google Shape;176;p23"/>
          <p:cNvSpPr txBox="1"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2760"/>
              <a:buNone/>
            </a:pPr>
            <a:r>
              <a:rPr lang="es-MX"/>
              <a:t>Se realizaron con la finalidad de identificar y encontrar inconformidades antes de pasar a la parte del codificación y buscar mejoramiento en este aspecto, así como cumplir con los requisitos solicitados por el cliente.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4"/>
          <p:cNvSpPr txBox="1"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Garamond"/>
              <a:buNone/>
            </a:pPr>
            <a:r>
              <a:rPr lang="es-MX"/>
              <a:t>Revisión de historias de usuario</a:t>
            </a:r>
            <a:endParaRPr/>
          </a:p>
        </p:txBody>
      </p:sp>
      <p:graphicFrame>
        <p:nvGraphicFramePr>
          <p:cNvPr id="182" name="Google Shape;182;p24"/>
          <p:cNvGraphicFramePr/>
          <p:nvPr/>
        </p:nvGraphicFramePr>
        <p:xfrm>
          <a:off x="1455313" y="2634736"/>
          <a:ext cx="4468950" cy="2441980"/>
        </p:xfrm>
        <a:graphic>
          <a:graphicData uri="http://schemas.openxmlformats.org/drawingml/2006/table">
            <a:tbl>
              <a:tblPr firstRow="1" bandRow="1">
                <a:noFill/>
                <a:tableStyleId>{90FE95D4-741E-4B1B-86BD-86CD77B102ED}</a:tableStyleId>
              </a:tblPr>
              <a:tblGrid>
                <a:gridCol w="119772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27122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5809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800" u="none" strike="noStrike" cap="none"/>
                        <a:t>Historia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800" u="none" strike="noStrike" cap="none"/>
                        <a:t>Registrar cita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5809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800" u="none" strike="noStrike" cap="none"/>
                        <a:t>Como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800" u="none" strike="noStrike" cap="none"/>
                        <a:t>Paciente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5809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800" u="none" strike="noStrike" cap="none"/>
                        <a:t>Quiero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800" u="none" strike="noStrike" cap="none"/>
                        <a:t>Agendar una cita desde el sistema de la clínica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5809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800" u="none" strike="noStrike" cap="none"/>
                        <a:t>Para 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800" u="none" strike="noStrike" cap="none"/>
                        <a:t>No tener la necesidad de ir hasta mi clínica a realizarla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  <p:graphicFrame>
        <p:nvGraphicFramePr>
          <p:cNvPr id="183" name="Google Shape;183;p24"/>
          <p:cNvGraphicFramePr/>
          <p:nvPr/>
        </p:nvGraphicFramePr>
        <p:xfrm>
          <a:off x="6256986" y="2634736"/>
          <a:ext cx="4468950" cy="2716300"/>
        </p:xfrm>
        <a:graphic>
          <a:graphicData uri="http://schemas.openxmlformats.org/drawingml/2006/table">
            <a:tbl>
              <a:tblPr firstRow="1" bandRow="1">
                <a:noFill/>
                <a:tableStyleId>{90FE95D4-741E-4B1B-86BD-86CD77B102ED}</a:tableStyleId>
              </a:tblPr>
              <a:tblGrid>
                <a:gridCol w="119772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27122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5809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800" u="none" strike="noStrike" cap="none"/>
                        <a:t>Historia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800" u="none" strike="noStrike" cap="none"/>
                        <a:t>Registrar un paciente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5809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800" u="none" strike="noStrike" cap="none"/>
                        <a:t>Como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800" u="none" strike="noStrike" cap="none"/>
                        <a:t>Empleado de la clínica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5809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800" u="none" strike="noStrike" cap="none"/>
                        <a:t>Quiero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800" u="none" strike="noStrike" cap="none"/>
                        <a:t>Agregar a un paciente nuevo al sistema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5809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800" u="none" strike="noStrike" cap="none"/>
                        <a:t>Para 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800" u="none" strike="noStrike" cap="none"/>
                        <a:t>Obtener su historial cuando acuda a realizar alguna actividad relacionada con la clínica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8" name="Google Shape;188;p25"/>
          <p:cNvGraphicFramePr/>
          <p:nvPr/>
        </p:nvGraphicFramePr>
        <p:xfrm>
          <a:off x="1455313" y="2634736"/>
          <a:ext cx="4468950" cy="2990620"/>
        </p:xfrm>
        <a:graphic>
          <a:graphicData uri="http://schemas.openxmlformats.org/drawingml/2006/table">
            <a:tbl>
              <a:tblPr firstRow="1" bandRow="1">
                <a:noFill/>
                <a:tableStyleId>{90FE95D4-741E-4B1B-86BD-86CD77B102ED}</a:tableStyleId>
              </a:tblPr>
              <a:tblGrid>
                <a:gridCol w="119772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27122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5809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800" u="none" strike="noStrike" cap="none"/>
                        <a:t>Historia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800" u="none" strike="noStrike" cap="none"/>
                        <a:t>Realizar un receta medica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5809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800" u="none" strike="noStrike" cap="none"/>
                        <a:t>Como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800" u="none" strike="noStrike" cap="none"/>
                        <a:t>medico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5809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800" u="none" strike="noStrike" cap="none"/>
                        <a:t>Quiero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800" u="none" strike="noStrike" cap="none"/>
                        <a:t>Realizar recetas 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5809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800" u="none" strike="noStrike" cap="none"/>
                        <a:t>Para 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800" u="none" strike="noStrike" cap="none"/>
                        <a:t>Que se agende a su historial medico de la clínica y poder verla en cuanto nuevamente acuda a la clínica.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  <p:graphicFrame>
        <p:nvGraphicFramePr>
          <p:cNvPr id="189" name="Google Shape;189;p25"/>
          <p:cNvGraphicFramePr/>
          <p:nvPr/>
        </p:nvGraphicFramePr>
        <p:xfrm>
          <a:off x="6091708" y="2590666"/>
          <a:ext cx="4468950" cy="2990620"/>
        </p:xfrm>
        <a:graphic>
          <a:graphicData uri="http://schemas.openxmlformats.org/drawingml/2006/table">
            <a:tbl>
              <a:tblPr firstRow="1" bandRow="1">
                <a:noFill/>
                <a:tableStyleId>{90FE95D4-741E-4B1B-86BD-86CD77B102ED}</a:tableStyleId>
              </a:tblPr>
              <a:tblGrid>
                <a:gridCol w="119772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27122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5809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800" u="none" strike="noStrike" cap="none"/>
                        <a:t>Historia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800" u="none" strike="noStrike" cap="none"/>
                        <a:t>Registrar cita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5809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800" u="none" strike="noStrike" cap="none"/>
                        <a:t>Como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800" u="none" strike="noStrike" cap="none"/>
                        <a:t>Paciente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5809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800" u="none" strike="noStrike" cap="none"/>
                        <a:t>Quiero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800" u="none" strike="noStrike" cap="none"/>
                        <a:t>Que mi recetas medicas sean guardadas en la clínica 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5809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800" u="none" strike="noStrike" cap="none"/>
                        <a:t>Para 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800" u="none" strike="noStrike" cap="none"/>
                        <a:t>No tener que acudir con una en físico o en caso de extravió de ellas , se tenga una copia en la clínica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6"/>
          <p:cNvSpPr txBox="1"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Garamond"/>
              <a:buNone/>
            </a:pPr>
            <a:r>
              <a:rPr lang="es-MX"/>
              <a:t>Criterios de aceptación</a:t>
            </a:r>
            <a:endParaRPr/>
          </a:p>
        </p:txBody>
      </p:sp>
      <p:graphicFrame>
        <p:nvGraphicFramePr>
          <p:cNvPr id="195" name="Google Shape;195;p26"/>
          <p:cNvGraphicFramePr/>
          <p:nvPr/>
        </p:nvGraphicFramePr>
        <p:xfrm>
          <a:off x="1295398" y="2557460"/>
          <a:ext cx="4706150" cy="3635550"/>
        </p:xfrm>
        <a:graphic>
          <a:graphicData uri="http://schemas.openxmlformats.org/drawingml/2006/table">
            <a:tbl>
              <a:tblPr firstRow="1" bandRow="1">
                <a:noFill/>
                <a:tableStyleId>{903382C1-1B71-446E-BD57-D3B625AD5C84}</a:tableStyleId>
              </a:tblPr>
              <a:tblGrid>
                <a:gridCol w="235307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35307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5265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800" u="none" strike="noStrike" cap="none"/>
                        <a:t>Tipo de prueba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800"/>
                        <a:t>Registro de cita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5265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800"/>
                        <a:t>Rol responsable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800"/>
                        <a:t>Desarrollador (Alan Jair Canales )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5265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800"/>
                        <a:t>Descripción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800"/>
                        <a:t>Agendar una cita con los datos completos del paciente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5265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800"/>
                        <a:t>Artefacto(s) de entrada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800"/>
                        <a:t>Los datos para el registro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5265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800"/>
                        <a:t>Artefacto(s) de salida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800"/>
                        <a:t>Una cita agendada y enviada a la base de datos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</a:tbl>
          </a:graphicData>
        </a:graphic>
      </p:graphicFrame>
      <p:graphicFrame>
        <p:nvGraphicFramePr>
          <p:cNvPr id="196" name="Google Shape;196;p26"/>
          <p:cNvGraphicFramePr/>
          <p:nvPr/>
        </p:nvGraphicFramePr>
        <p:xfrm>
          <a:off x="6190442" y="2557458"/>
          <a:ext cx="4706150" cy="3431200"/>
        </p:xfrm>
        <a:graphic>
          <a:graphicData uri="http://schemas.openxmlformats.org/drawingml/2006/table">
            <a:tbl>
              <a:tblPr firstRow="1" bandRow="1">
                <a:noFill/>
                <a:tableStyleId>{903382C1-1B71-446E-BD57-D3B625AD5C84}</a:tableStyleId>
              </a:tblPr>
              <a:tblGrid>
                <a:gridCol w="235307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35307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6076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800"/>
                        <a:t>Tipo de prueba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800"/>
                        <a:t>Realizar una recete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7386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800"/>
                        <a:t>Rol responsable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800"/>
                        <a:t>Desarrollador (Brandon Joel Alba )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7386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800"/>
                        <a:t>Descripción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800"/>
                        <a:t>Realizar una receta y guardarla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6076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800"/>
                        <a:t>Artefacto(s) de entrada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800"/>
                        <a:t>Los datos para la receta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7386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800"/>
                        <a:t>Artefacto(s) de salida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800"/>
                        <a:t>Una receta guardarla en la base de datos 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1" name="Google Shape;201;p27"/>
          <p:cNvGraphicFramePr/>
          <p:nvPr/>
        </p:nvGraphicFramePr>
        <p:xfrm>
          <a:off x="3845415" y="2570339"/>
          <a:ext cx="4706150" cy="3474770"/>
        </p:xfrm>
        <a:graphic>
          <a:graphicData uri="http://schemas.openxmlformats.org/drawingml/2006/table">
            <a:tbl>
              <a:tblPr firstRow="1" bandRow="1">
                <a:noFill/>
                <a:tableStyleId>{903382C1-1B71-446E-BD57-D3B625AD5C84}</a:tableStyleId>
              </a:tblPr>
              <a:tblGrid>
                <a:gridCol w="235307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35307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5265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800"/>
                        <a:t>Tipo de prueba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800"/>
                        <a:t>Registro de un paciente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5265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800"/>
                        <a:t>Rol responsable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800"/>
                        <a:t>Desarrollador (Wendy Ruiz  )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5265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800"/>
                        <a:t>Descripción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800"/>
                        <a:t>Agrega un nuevo paciente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5265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800"/>
                        <a:t>Artefacto(s) de entrada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800"/>
                        <a:t>Los datos para el registro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5265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800"/>
                        <a:t>Artefacto(s) de salida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800"/>
                        <a:t>Los datos de los nuevos pacientes guardados en la base de datos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8"/>
          <p:cNvSpPr txBox="1"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Garamond"/>
              <a:buNone/>
            </a:pPr>
            <a:r>
              <a:rPr lang="es-MX"/>
              <a:t>TDD</a:t>
            </a:r>
            <a:endParaRPr/>
          </a:p>
        </p:txBody>
      </p:sp>
      <p:sp>
        <p:nvSpPr>
          <p:cNvPr id="207" name="Google Shape;207;p28"/>
          <p:cNvSpPr txBox="1"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2760"/>
              <a:buNone/>
            </a:pPr>
            <a:r>
              <a:rPr lang="es-MX"/>
              <a:t>En la parte de pruebas, encontramos los errores en el código, en caso de ingreso de datos y funcionalidad de botones </a:t>
            </a:r>
            <a:r>
              <a:rPr lang="es-MX">
                <a:solidFill>
                  <a:srgbClr val="FF0000"/>
                </a:solidFill>
              </a:rPr>
              <a:t>lo que nos enviaba errores que se marcaban en rojo. 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080"/>
              </a:spcBef>
              <a:spcAft>
                <a:spcPts val="0"/>
              </a:spcAft>
              <a:buSzPts val="2760"/>
              <a:buNone/>
            </a:pPr>
            <a:r>
              <a:rPr lang="es-MX">
                <a:solidFill>
                  <a:schemeClr val="dk1"/>
                </a:solidFill>
              </a:rPr>
              <a:t>Después de solucionarlo, </a:t>
            </a:r>
            <a:r>
              <a:rPr lang="es-MX">
                <a:solidFill>
                  <a:srgbClr val="92D050"/>
                </a:solidFill>
              </a:rPr>
              <a:t>se enviarán correctamente para marcarlos con verde </a:t>
            </a:r>
            <a:r>
              <a:rPr lang="es-MX">
                <a:solidFill>
                  <a:schemeClr val="dk1"/>
                </a:solidFill>
              </a:rPr>
              <a:t>y después la obtención de los qurys para el envió de base de datos.</a:t>
            </a:r>
            <a:endParaRPr/>
          </a:p>
          <a:p>
            <a:pPr marL="0" lvl="0" indent="0" algn="l" rtl="0">
              <a:spcBef>
                <a:spcPts val="1080"/>
              </a:spcBef>
              <a:spcAft>
                <a:spcPts val="0"/>
              </a:spcAft>
              <a:buSzPts val="2760"/>
              <a:buNone/>
            </a:pPr>
            <a:r>
              <a:rPr lang="es-MX">
                <a:solidFill>
                  <a:schemeClr val="dk1"/>
                </a:solidFill>
              </a:rPr>
              <a:t>Al finalizar se obtuvieron resultados buenos con la finalidad de la lectura de código y nuevas pruebas con el código.</a:t>
            </a:r>
            <a:endParaRPr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9"/>
          <p:cNvSpPr txBox="1"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Garamond"/>
              <a:buNone/>
            </a:pPr>
            <a:r>
              <a:rPr lang="es-MX"/>
              <a:t>Modelo y estándares de calidad </a:t>
            </a:r>
            <a:endParaRPr/>
          </a:p>
        </p:txBody>
      </p:sp>
      <p:sp>
        <p:nvSpPr>
          <p:cNvPr id="213" name="Google Shape;213;p29"/>
          <p:cNvSpPr txBox="1"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2760"/>
              <a:buNone/>
            </a:pPr>
            <a:r>
              <a:rPr lang="es-MX"/>
              <a:t>El producto esta dividido en tres partes asegurando la necesidades que de be cumplir contando con las partes de:</a:t>
            </a:r>
            <a:endParaRPr/>
          </a:p>
          <a:p>
            <a:pPr marL="285750" lvl="0" indent="-285750" algn="l" rtl="0">
              <a:spcBef>
                <a:spcPts val="1080"/>
              </a:spcBef>
              <a:spcAft>
                <a:spcPts val="0"/>
              </a:spcAft>
              <a:buSzPts val="2760"/>
              <a:buChar char="•"/>
            </a:pPr>
            <a:r>
              <a:rPr lang="es-MX"/>
              <a:t>Realización de recetas medicas y guardarlas en el sistema</a:t>
            </a:r>
            <a:endParaRPr/>
          </a:p>
          <a:p>
            <a:pPr marL="285750" lvl="0" indent="-285750" algn="l" rtl="0">
              <a:spcBef>
                <a:spcPts val="1080"/>
              </a:spcBef>
              <a:spcAft>
                <a:spcPts val="0"/>
              </a:spcAft>
              <a:buSzPts val="2760"/>
              <a:buChar char="•"/>
            </a:pPr>
            <a:r>
              <a:rPr lang="es-MX"/>
              <a:t>Agendar citas</a:t>
            </a:r>
            <a:endParaRPr/>
          </a:p>
          <a:p>
            <a:pPr marL="285750" lvl="0" indent="-285750" algn="l" rtl="0">
              <a:spcBef>
                <a:spcPts val="1080"/>
              </a:spcBef>
              <a:spcAft>
                <a:spcPts val="0"/>
              </a:spcAft>
              <a:buSzPts val="2760"/>
              <a:buChar char="•"/>
            </a:pPr>
            <a:r>
              <a:rPr lang="es-MX"/>
              <a:t>Registro de pacientes 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0"/>
          <p:cNvSpPr txBox="1"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Garamond"/>
              <a:buNone/>
            </a:pPr>
            <a:r>
              <a:rPr lang="es-MX"/>
              <a:t>Calidad del proceso</a:t>
            </a:r>
            <a:endParaRPr/>
          </a:p>
        </p:txBody>
      </p:sp>
      <p:sp>
        <p:nvSpPr>
          <p:cNvPr id="219" name="Google Shape;219;p30"/>
          <p:cNvSpPr txBox="1">
            <a:spLocks noGrp="1"/>
          </p:cNvSpPr>
          <p:nvPr>
            <p:ph type="body" idx="1"/>
          </p:nvPr>
        </p:nvSpPr>
        <p:spPr>
          <a:xfrm>
            <a:off x="1295402" y="2041777"/>
            <a:ext cx="9601196" cy="3318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SzPct val="115000"/>
              <a:buChar char="•"/>
            </a:pPr>
            <a:r>
              <a:rPr lang="es-MX"/>
              <a:t>¿Por qué se implemento?</a:t>
            </a:r>
            <a:endParaRPr/>
          </a:p>
          <a:p>
            <a:pPr marL="0" lvl="0" indent="0" algn="l" rtl="0">
              <a:spcBef>
                <a:spcPts val="1044"/>
              </a:spcBef>
              <a:spcAft>
                <a:spcPts val="0"/>
              </a:spcAft>
              <a:buSzPct val="115000"/>
              <a:buNone/>
            </a:pPr>
            <a:r>
              <a:rPr lang="es-MX"/>
              <a:t>Para tener un control y seguimiento de los componentes del sistema asegurando su calidad y disminuir los riesgos de error en él cumpliendo con los requisitos del cliente.</a:t>
            </a:r>
            <a:endParaRPr/>
          </a:p>
          <a:p>
            <a:pPr marL="285750" lvl="0" indent="-285750" algn="l" rtl="0">
              <a:spcBef>
                <a:spcPts val="1044"/>
              </a:spcBef>
              <a:spcAft>
                <a:spcPts val="0"/>
              </a:spcAft>
              <a:buSzPct val="115000"/>
              <a:buChar char="•"/>
            </a:pPr>
            <a:r>
              <a:rPr lang="es-MX"/>
              <a:t>Productos obtenidos</a:t>
            </a:r>
            <a:endParaRPr/>
          </a:p>
          <a:p>
            <a:pPr marL="0" lvl="0" indent="0" algn="l" rtl="0">
              <a:spcBef>
                <a:spcPts val="1044"/>
              </a:spcBef>
              <a:spcAft>
                <a:spcPts val="0"/>
              </a:spcAft>
              <a:buSzPct val="115000"/>
              <a:buNone/>
            </a:pPr>
            <a:r>
              <a:rPr lang="es-MX"/>
              <a:t>A base de la metodología de Mc Call y el de PSP obtuvimos una buena organización para el desarrollo del producto.</a:t>
            </a:r>
            <a:endParaRPr/>
          </a:p>
          <a:p>
            <a:pPr marL="285750" lvl="0" indent="-285750" algn="l" rtl="0">
              <a:spcBef>
                <a:spcPts val="1044"/>
              </a:spcBef>
              <a:spcAft>
                <a:spcPts val="0"/>
              </a:spcAft>
              <a:buSzPct val="115000"/>
              <a:buChar char="•"/>
            </a:pPr>
            <a:r>
              <a:rPr lang="es-MX"/>
              <a:t>Herramientas tecnológicas que apoyan el desarrollo del software</a:t>
            </a:r>
            <a:endParaRPr/>
          </a:p>
          <a:p>
            <a:pPr marL="0" lvl="0" indent="0" algn="l" rtl="0">
              <a:spcBef>
                <a:spcPts val="1044"/>
              </a:spcBef>
              <a:spcAft>
                <a:spcPts val="0"/>
              </a:spcAft>
              <a:buSzPct val="115000"/>
              <a:buNone/>
            </a:pPr>
            <a:r>
              <a:rPr lang="es-MX"/>
              <a:t>Trello, tableros kanba y reuniones por Meet.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1"/>
          <p:cNvSpPr txBox="1"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Garamond"/>
              <a:buNone/>
            </a:pPr>
            <a:r>
              <a:rPr lang="es-MX"/>
              <a:t>Calidad del producto</a:t>
            </a:r>
            <a:endParaRPr/>
          </a:p>
        </p:txBody>
      </p:sp>
      <p:sp>
        <p:nvSpPr>
          <p:cNvPr id="225" name="Google Shape;225;p31"/>
          <p:cNvSpPr txBox="1"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SzPct val="115000"/>
              <a:buChar char="•"/>
            </a:pPr>
            <a:r>
              <a:rPr lang="es-MX"/>
              <a:t>¿Por qué se implemento?</a:t>
            </a:r>
            <a:endParaRPr/>
          </a:p>
          <a:p>
            <a:pPr marL="0" lvl="0" indent="0" algn="l" rtl="0">
              <a:spcBef>
                <a:spcPts val="1044"/>
              </a:spcBef>
              <a:spcAft>
                <a:spcPts val="0"/>
              </a:spcAft>
              <a:buSzPct val="115000"/>
              <a:buNone/>
            </a:pPr>
            <a:r>
              <a:rPr lang="es-MX"/>
              <a:t>Para evaluar el cumplimiento de los requisitos y las características solicitadas para el producto con la finalidad que satisfaga al cliente.</a:t>
            </a:r>
            <a:endParaRPr/>
          </a:p>
          <a:p>
            <a:pPr marL="285750" lvl="0" indent="-285750" algn="l" rtl="0">
              <a:spcBef>
                <a:spcPts val="1044"/>
              </a:spcBef>
              <a:spcAft>
                <a:spcPts val="0"/>
              </a:spcAft>
              <a:buSzPct val="115000"/>
              <a:buChar char="•"/>
            </a:pPr>
            <a:r>
              <a:rPr lang="es-MX"/>
              <a:t>Productos obtenidos</a:t>
            </a:r>
            <a:endParaRPr/>
          </a:p>
          <a:p>
            <a:pPr marL="0" lvl="0" indent="0" algn="l" rtl="0">
              <a:spcBef>
                <a:spcPts val="1044"/>
              </a:spcBef>
              <a:spcAft>
                <a:spcPts val="0"/>
              </a:spcAft>
              <a:buSzPct val="115000"/>
              <a:buNone/>
            </a:pPr>
            <a:r>
              <a:rPr lang="es-MX"/>
              <a:t>A base de la metodología de Mc Call y PSP obtuvimos un producto eficiente confiable usable y con errores mínimos.</a:t>
            </a:r>
            <a:endParaRPr/>
          </a:p>
          <a:p>
            <a:pPr marL="285750" lvl="0" indent="-285750" algn="l" rtl="0">
              <a:spcBef>
                <a:spcPts val="1044"/>
              </a:spcBef>
              <a:spcAft>
                <a:spcPts val="0"/>
              </a:spcAft>
              <a:buSzPct val="115000"/>
              <a:buChar char="•"/>
            </a:pPr>
            <a:r>
              <a:rPr lang="es-MX"/>
              <a:t>Herramientas tecnológicas que apoyan el desarrollo del software</a:t>
            </a:r>
            <a:endParaRPr/>
          </a:p>
          <a:p>
            <a:pPr marL="0" lvl="0" indent="0" algn="l" rtl="0">
              <a:spcBef>
                <a:spcPts val="1044"/>
              </a:spcBef>
              <a:spcAft>
                <a:spcPts val="0"/>
              </a:spcAft>
              <a:buSzPct val="115000"/>
              <a:buNone/>
            </a:pPr>
            <a:r>
              <a:rPr lang="es-MX"/>
              <a:t>Checkstily, Process Dashboard, reuniones por Meet.</a:t>
            </a:r>
            <a:endParaRPr/>
          </a:p>
          <a:p>
            <a:pPr marL="285750" lvl="0" indent="-123634" algn="l" rtl="0">
              <a:spcBef>
                <a:spcPts val="1044"/>
              </a:spcBef>
              <a:spcAft>
                <a:spcPts val="0"/>
              </a:spcAft>
              <a:buSzPct val="115000"/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2"/>
          <p:cNvSpPr txBox="1"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Garamond"/>
              <a:buNone/>
            </a:pPr>
            <a:r>
              <a:rPr lang="es-MX"/>
              <a:t>Calidad del código</a:t>
            </a:r>
            <a:endParaRPr/>
          </a:p>
        </p:txBody>
      </p:sp>
      <p:sp>
        <p:nvSpPr>
          <p:cNvPr id="231" name="Google Shape;231;p32"/>
          <p:cNvSpPr txBox="1"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SzPct val="115000"/>
              <a:buChar char="•"/>
            </a:pPr>
            <a:r>
              <a:rPr lang="es-MX"/>
              <a:t>¿Por qué se implemento?</a:t>
            </a:r>
            <a:endParaRPr/>
          </a:p>
          <a:p>
            <a:pPr marL="0" lvl="0" indent="0" algn="l" rtl="0">
              <a:spcBef>
                <a:spcPts val="972"/>
              </a:spcBef>
              <a:spcAft>
                <a:spcPts val="0"/>
              </a:spcAft>
              <a:buSzPct val="115000"/>
              <a:buNone/>
            </a:pPr>
            <a:r>
              <a:rPr lang="es-MX"/>
              <a:t>Para tener una medición de estándares a nivel de diseño, análisis programación y pruebas de ese para encontrar la falla y corregirlas.</a:t>
            </a:r>
            <a:endParaRPr/>
          </a:p>
          <a:p>
            <a:pPr marL="285750" lvl="0" indent="-285750" algn="l" rtl="0">
              <a:spcBef>
                <a:spcPts val="972"/>
              </a:spcBef>
              <a:spcAft>
                <a:spcPts val="0"/>
              </a:spcAft>
              <a:buSzPct val="115000"/>
              <a:buChar char="•"/>
            </a:pPr>
            <a:r>
              <a:rPr lang="es-MX"/>
              <a:t>Productos obtenidos</a:t>
            </a:r>
            <a:endParaRPr/>
          </a:p>
          <a:p>
            <a:pPr marL="0" lvl="0" indent="0" algn="l" rtl="0">
              <a:spcBef>
                <a:spcPts val="972"/>
              </a:spcBef>
              <a:spcAft>
                <a:spcPts val="0"/>
              </a:spcAft>
              <a:buSzPct val="115000"/>
              <a:buNone/>
            </a:pPr>
            <a:r>
              <a:rPr lang="es-MX"/>
              <a:t>Un código eficiente con el menor numero de errores encontrado en la pruebas, así como las modificaciones en el sistema para un mejor uso y cumplimiento de los requisitos.</a:t>
            </a:r>
            <a:endParaRPr/>
          </a:p>
          <a:p>
            <a:pPr marL="285750" lvl="0" indent="-285750" algn="l" rtl="0">
              <a:spcBef>
                <a:spcPts val="972"/>
              </a:spcBef>
              <a:spcAft>
                <a:spcPts val="0"/>
              </a:spcAft>
              <a:buSzPct val="115000"/>
              <a:buChar char="•"/>
            </a:pPr>
            <a:r>
              <a:rPr lang="es-MX"/>
              <a:t>Herramientas tecnológicas que apoyan el desarrollo del software</a:t>
            </a:r>
            <a:endParaRPr/>
          </a:p>
          <a:p>
            <a:pPr marL="0" lvl="0" indent="0" algn="l" rtl="0">
              <a:spcBef>
                <a:spcPts val="972"/>
              </a:spcBef>
              <a:spcAft>
                <a:spcPts val="0"/>
              </a:spcAft>
              <a:buSzPct val="115000"/>
              <a:buNone/>
            </a:pPr>
            <a:r>
              <a:rPr lang="es-MX"/>
              <a:t>Metodología de caja blanca y caja negra con las que ayudaron a visualizar los errores en el sistema  como en sus diseño</a:t>
            </a:r>
            <a:endParaRPr/>
          </a:p>
          <a:p>
            <a:pPr marL="0" lvl="0" indent="0" algn="l" rtl="0">
              <a:spcBef>
                <a:spcPts val="972"/>
              </a:spcBef>
              <a:spcAft>
                <a:spcPts val="0"/>
              </a:spcAft>
              <a:buSzPct val="115000"/>
              <a:buNone/>
            </a:pPr>
            <a:r>
              <a:rPr lang="es-MX"/>
              <a:t>Se programo en NetBeans, con base de datos en My SQL y Scene Builder.</a:t>
            </a:r>
            <a:endParaRPr/>
          </a:p>
          <a:p>
            <a:pPr marL="285750" lvl="0" indent="-149923" algn="l" rtl="0">
              <a:spcBef>
                <a:spcPts val="972"/>
              </a:spcBef>
              <a:spcAft>
                <a:spcPts val="0"/>
              </a:spcAft>
              <a:buSzPct val="115000"/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3"/>
          <p:cNvSpPr txBox="1"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Garamond"/>
              <a:buNone/>
            </a:pPr>
            <a:r>
              <a:rPr lang="es-MX"/>
              <a:t>Calidad utilizando metodologías agiles</a:t>
            </a:r>
            <a:endParaRPr/>
          </a:p>
        </p:txBody>
      </p:sp>
      <p:sp>
        <p:nvSpPr>
          <p:cNvPr id="237" name="Google Shape;237;p33"/>
          <p:cNvSpPr txBox="1"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SzPts val="2760"/>
              <a:buChar char="•"/>
            </a:pPr>
            <a:r>
              <a:rPr lang="es-MX"/>
              <a:t>¿Por qué se implemento?</a:t>
            </a:r>
            <a:endParaRPr/>
          </a:p>
          <a:p>
            <a:pPr marL="0" lvl="0" indent="0" algn="l" rtl="0">
              <a:spcBef>
                <a:spcPts val="1080"/>
              </a:spcBef>
              <a:spcAft>
                <a:spcPts val="0"/>
              </a:spcAft>
              <a:buSzPts val="2760"/>
              <a:buNone/>
            </a:pPr>
            <a:r>
              <a:rPr lang="es-MX"/>
              <a:t>Por que nos dio una mejor manera de organización en el equipo repartiéndolo en partes y quedara una sistema mas completo pese al tiempo.</a:t>
            </a:r>
            <a:endParaRPr/>
          </a:p>
          <a:p>
            <a:pPr marL="285750" lvl="0" indent="-285750" algn="l" rtl="0">
              <a:spcBef>
                <a:spcPts val="1080"/>
              </a:spcBef>
              <a:spcAft>
                <a:spcPts val="0"/>
              </a:spcAft>
              <a:buSzPts val="2760"/>
              <a:buChar char="•"/>
            </a:pPr>
            <a:r>
              <a:rPr lang="es-MX"/>
              <a:t>Productos obtenidos</a:t>
            </a:r>
            <a:endParaRPr/>
          </a:p>
          <a:p>
            <a:pPr marL="0" lvl="0" indent="0" algn="l" rtl="0">
              <a:spcBef>
                <a:spcPts val="1080"/>
              </a:spcBef>
              <a:spcAft>
                <a:spcPts val="0"/>
              </a:spcAft>
              <a:buSzPts val="2760"/>
              <a:buNone/>
            </a:pPr>
            <a:r>
              <a:rPr lang="es-MX"/>
              <a:t>Un sistema funcional con la menor cantidad de errores.</a:t>
            </a:r>
            <a:endParaRPr/>
          </a:p>
          <a:p>
            <a:pPr marL="285750" lvl="0" indent="-285750" algn="l" rtl="0">
              <a:spcBef>
                <a:spcPts val="1080"/>
              </a:spcBef>
              <a:spcAft>
                <a:spcPts val="0"/>
              </a:spcAft>
              <a:buSzPts val="2760"/>
              <a:buChar char="•"/>
            </a:pPr>
            <a:r>
              <a:rPr lang="es-MX"/>
              <a:t>Herramientas tecnológicas que apoyan el desarrollo del software</a:t>
            </a:r>
            <a:endParaRPr/>
          </a:p>
          <a:p>
            <a:pPr marL="0" lvl="0" indent="0" algn="l" rtl="0">
              <a:spcBef>
                <a:spcPts val="1080"/>
              </a:spcBef>
              <a:spcAft>
                <a:spcPts val="0"/>
              </a:spcAft>
              <a:buSzPts val="2760"/>
              <a:buNone/>
            </a:pPr>
            <a:r>
              <a:rPr lang="es-MX"/>
              <a:t>Trello, reuniones en Meet, Git Hub.</a:t>
            </a:r>
            <a:endParaRPr/>
          </a:p>
          <a:p>
            <a:pPr marL="285750" lvl="0" indent="-110490" algn="l" rtl="0">
              <a:spcBef>
                <a:spcPts val="1080"/>
              </a:spcBef>
              <a:spcAft>
                <a:spcPts val="0"/>
              </a:spcAft>
              <a:buSzPts val="2760"/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4"/>
          <p:cNvSpPr txBox="1"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Garamond"/>
              <a:buNone/>
            </a:pPr>
            <a:r>
              <a:rPr lang="es-MX"/>
              <a:t>Directorios de productos del proyecto</a:t>
            </a:r>
            <a:endParaRPr/>
          </a:p>
        </p:txBody>
      </p:sp>
      <p:sp>
        <p:nvSpPr>
          <p:cNvPr id="243" name="Google Shape;243;p34"/>
          <p:cNvSpPr txBox="1">
            <a:spLocks noGrp="1"/>
          </p:cNvSpPr>
          <p:nvPr>
            <p:ph type="body" idx="1"/>
          </p:nvPr>
        </p:nvSpPr>
        <p:spPr>
          <a:xfrm>
            <a:off x="1295401" y="2556932"/>
            <a:ext cx="9601196" cy="3704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0000" lnSpcReduction="20000"/>
          </a:bodyPr>
          <a:lstStyle/>
          <a:p>
            <a:pPr marL="285750" lvl="0" indent="-220027" algn="l" rtl="0">
              <a:spcBef>
                <a:spcPts val="0"/>
              </a:spcBef>
              <a:spcAft>
                <a:spcPts val="0"/>
              </a:spcAft>
              <a:buSzPct val="115000"/>
              <a:buChar char="•"/>
            </a:pPr>
            <a:r>
              <a:rPr lang="es-MX" dirty="0"/>
              <a:t>Enlace del repositorio PSP 0, , 2</a:t>
            </a:r>
            <a:endParaRPr dirty="0"/>
          </a:p>
          <a:p>
            <a:pPr marL="285750" lvl="0" indent="-192643" algn="l" rtl="0">
              <a:spcBef>
                <a:spcPts val="0"/>
              </a:spcBef>
              <a:spcAft>
                <a:spcPts val="0"/>
              </a:spcAft>
              <a:buSzPct val="86250"/>
              <a:buChar char="•"/>
            </a:pPr>
            <a:r>
              <a:rPr lang="es-MX" u="sng" dirty="0">
                <a:solidFill>
                  <a:schemeClr val="hlink"/>
                </a:solidFill>
                <a:hlinkClick r:id="rId3"/>
              </a:rPr>
              <a:t>https://drive.google.com/drive/folders/1QIXLoJ1DgOjz_bG6u-ahjW5-GZDhkQll</a:t>
            </a:r>
            <a:endParaRPr dirty="0"/>
          </a:p>
          <a:p>
            <a:pPr marL="285750" lvl="0" indent="-192643" algn="l" rtl="0">
              <a:spcBef>
                <a:spcPts val="0"/>
              </a:spcBef>
              <a:spcAft>
                <a:spcPts val="0"/>
              </a:spcAft>
              <a:buSzPct val="86250"/>
              <a:buChar char="•"/>
            </a:pPr>
            <a:r>
              <a:rPr lang="es-MX" dirty="0">
                <a:hlinkClick r:id="rId4"/>
              </a:rPr>
              <a:t>https://</a:t>
            </a:r>
            <a:r>
              <a:rPr lang="es-MX" dirty="0" smtClean="0">
                <a:hlinkClick r:id="rId4"/>
              </a:rPr>
              <a:t>drive.google.com/drive/folders/1roIZeBgCrvVBjwN8x02LlcdLrVmbr4rU?usp=sharing</a:t>
            </a:r>
            <a:endParaRPr lang="es-MX" dirty="0" smtClean="0"/>
          </a:p>
          <a:p>
            <a:pPr marL="285750" lvl="0" indent="-192643">
              <a:spcBef>
                <a:spcPts val="0"/>
              </a:spcBef>
              <a:buSzPct val="86250"/>
            </a:pPr>
            <a:r>
              <a:rPr lang="es-MX" dirty="0">
                <a:hlinkClick r:id="rId5"/>
              </a:rPr>
              <a:t>Sistema de gestión de hospital privado </a:t>
            </a:r>
            <a:r>
              <a:rPr lang="es-MX" dirty="0" err="1">
                <a:hlinkClick r:id="rId5"/>
              </a:rPr>
              <a:t>psp</a:t>
            </a:r>
            <a:r>
              <a:rPr lang="es-MX" dirty="0">
                <a:hlinkClick r:id="rId5"/>
              </a:rPr>
              <a:t> 2 - Google Drive</a:t>
            </a:r>
            <a:endParaRPr dirty="0"/>
          </a:p>
          <a:p>
            <a:pPr marL="285750" lvl="0" indent="-220027" algn="l" rtl="0">
              <a:spcBef>
                <a:spcPts val="1080"/>
              </a:spcBef>
              <a:spcAft>
                <a:spcPts val="0"/>
              </a:spcAft>
              <a:buSzPct val="115000"/>
              <a:buChar char="•"/>
            </a:pPr>
            <a:r>
              <a:rPr lang="es-MX" dirty="0"/>
              <a:t>Enlace del repositorio de </a:t>
            </a:r>
            <a:r>
              <a:rPr lang="es-MX" dirty="0" err="1"/>
              <a:t>github</a:t>
            </a:r>
            <a:endParaRPr lang="es-MX" dirty="0"/>
          </a:p>
          <a:p>
            <a:pPr marL="285750" lvl="0" indent="-220027" algn="l" rtl="0">
              <a:spcBef>
                <a:spcPts val="1080"/>
              </a:spcBef>
              <a:spcAft>
                <a:spcPts val="0"/>
              </a:spcAft>
              <a:buSzPct val="115000"/>
              <a:buChar char="•"/>
            </a:pPr>
            <a:r>
              <a:rPr lang="es-MX" dirty="0">
                <a:hlinkClick r:id="rId6"/>
              </a:rPr>
              <a:t>https://</a:t>
            </a:r>
            <a:r>
              <a:rPr lang="es-MX" dirty="0" smtClean="0">
                <a:hlinkClick r:id="rId6"/>
              </a:rPr>
              <a:t>github.com/Jair1507/ProyectoACS</a:t>
            </a:r>
            <a:endParaRPr lang="es-MX" dirty="0" smtClean="0"/>
          </a:p>
          <a:p>
            <a:pPr marL="285750" lvl="0" indent="-220027">
              <a:spcBef>
                <a:spcPts val="1080"/>
              </a:spcBef>
              <a:buSzPct val="115000"/>
            </a:pPr>
            <a:r>
              <a:rPr lang="es-MX" dirty="0">
                <a:hlinkClick r:id="rId7"/>
              </a:rPr>
              <a:t>https://</a:t>
            </a:r>
            <a:r>
              <a:rPr lang="es-MX" dirty="0" smtClean="0">
                <a:hlinkClick r:id="rId7"/>
              </a:rPr>
              <a:t>github.com/Ruizso/Wendy-Ruiz-soto/commit/4a992ed0919b3f43049cab181b5d0d645f0474de</a:t>
            </a:r>
            <a:endParaRPr lang="es-MX" dirty="0" smtClean="0"/>
          </a:p>
          <a:p>
            <a:pPr marL="285750" lvl="0" indent="-220027">
              <a:spcBef>
                <a:spcPts val="1080"/>
              </a:spcBef>
              <a:buSzPct val="115000"/>
            </a:pPr>
            <a:r>
              <a:rPr lang="es-MX" u="sng" dirty="0" err="1">
                <a:hlinkClick r:id="rId8"/>
              </a:rPr>
              <a:t>JoelAlBe</a:t>
            </a:r>
            <a:r>
              <a:rPr lang="es-MX" u="sng" dirty="0">
                <a:hlinkClick r:id="rId8"/>
              </a:rPr>
              <a:t> (github.com)</a:t>
            </a:r>
            <a:endParaRPr dirty="0"/>
          </a:p>
          <a:p>
            <a:pPr marL="285750" lvl="0" indent="-220027" algn="l" rtl="0">
              <a:spcBef>
                <a:spcPts val="1080"/>
              </a:spcBef>
              <a:spcAft>
                <a:spcPts val="0"/>
              </a:spcAft>
              <a:buSzPct val="115000"/>
              <a:buChar char="•"/>
            </a:pPr>
            <a:r>
              <a:rPr lang="es-MX" dirty="0"/>
              <a:t>Enlace del repositorio </a:t>
            </a:r>
            <a:r>
              <a:rPr lang="es-MX" dirty="0" err="1"/>
              <a:t>kanba</a:t>
            </a:r>
            <a:endParaRPr dirty="0"/>
          </a:p>
          <a:p>
            <a:pPr marL="285750" lvl="0" indent="-192643" algn="l" rtl="0">
              <a:spcBef>
                <a:spcPts val="1080"/>
              </a:spcBef>
              <a:spcAft>
                <a:spcPts val="0"/>
              </a:spcAft>
              <a:buSzPct val="86250"/>
              <a:buChar char="•"/>
            </a:pPr>
            <a:r>
              <a:rPr lang="es-MX" u="sng" dirty="0">
                <a:solidFill>
                  <a:schemeClr val="hlink"/>
                </a:solidFill>
                <a:hlinkClick r:id="rId9"/>
              </a:rPr>
              <a:t>https://</a:t>
            </a:r>
            <a:r>
              <a:rPr lang="es-MX" u="sng" dirty="0" smtClean="0">
                <a:solidFill>
                  <a:schemeClr val="hlink"/>
                </a:solidFill>
                <a:hlinkClick r:id="rId9"/>
              </a:rPr>
              <a:t>trello.com/b/Kok7tTQ8/jalekw</a:t>
            </a:r>
            <a:endParaRPr lang="es-MX" u="sng" dirty="0" smtClean="0">
              <a:solidFill>
                <a:schemeClr val="hlink"/>
              </a:solidFill>
            </a:endParaRPr>
          </a:p>
          <a:p>
            <a:pPr marL="285750" lvl="0" indent="-192643">
              <a:spcBef>
                <a:spcPts val="1080"/>
              </a:spcBef>
              <a:buSzPct val="86250"/>
            </a:pPr>
            <a:r>
              <a:rPr lang="es-MX" dirty="0" err="1">
                <a:hlinkClick r:id="rId10"/>
              </a:rPr>
              <a:t>Gestion</a:t>
            </a:r>
            <a:r>
              <a:rPr lang="es-MX" dirty="0">
                <a:hlinkClick r:id="rId10"/>
              </a:rPr>
              <a:t> de historiales | </a:t>
            </a:r>
            <a:r>
              <a:rPr lang="es-MX" dirty="0" err="1">
                <a:hlinkClick r:id="rId10"/>
              </a:rPr>
              <a:t>Trello</a:t>
            </a:r>
            <a:endParaRPr dirty="0"/>
          </a:p>
          <a:p>
            <a:pPr marL="285750" lvl="0" indent="-192643" algn="l" rtl="0">
              <a:spcBef>
                <a:spcPts val="1080"/>
              </a:spcBef>
              <a:spcAft>
                <a:spcPts val="0"/>
              </a:spcAft>
              <a:buSzPct val="86250"/>
              <a:buChar char="•"/>
            </a:pPr>
            <a:r>
              <a:rPr lang="es-MX" u="sng" dirty="0" smtClean="0">
                <a:solidFill>
                  <a:schemeClr val="hlink"/>
                </a:solidFill>
                <a:hlinkClick r:id="rId11"/>
              </a:rPr>
              <a:t>https</a:t>
            </a:r>
            <a:r>
              <a:rPr lang="es-MX" u="sng" dirty="0">
                <a:solidFill>
                  <a:schemeClr val="hlink"/>
                </a:solidFill>
                <a:hlinkClick r:id="rId11"/>
              </a:rPr>
              <a:t>://</a:t>
            </a:r>
            <a:r>
              <a:rPr lang="es-MX" u="sng" dirty="0" smtClean="0">
                <a:solidFill>
                  <a:schemeClr val="hlink"/>
                </a:solidFill>
                <a:hlinkClick r:id="rId11"/>
              </a:rPr>
              <a:t>trello.com/invite/b/Kok7tTQ8/ATTI43323b494fe7641ce45751f62e2ef04674AAD928/jalekw</a:t>
            </a:r>
            <a:endParaRPr lang="es-MX" u="sng" dirty="0" smtClean="0">
              <a:solidFill>
                <a:schemeClr val="hlink"/>
              </a:solidFill>
            </a:endParaRPr>
          </a:p>
          <a:p>
            <a:pPr marL="285750" lvl="0" indent="-192643" algn="l" rtl="0">
              <a:spcBef>
                <a:spcPts val="1080"/>
              </a:spcBef>
              <a:spcAft>
                <a:spcPts val="0"/>
              </a:spcAft>
              <a:buSzPct val="86250"/>
              <a:buChar char="•"/>
            </a:pPr>
            <a:endParaRPr dirty="0"/>
          </a:p>
          <a:p>
            <a:pPr marL="285750" lvl="0" indent="-192643" algn="l" rtl="0">
              <a:spcBef>
                <a:spcPts val="1080"/>
              </a:spcBef>
              <a:spcAft>
                <a:spcPts val="0"/>
              </a:spcAft>
              <a:buSzPct val="86250"/>
              <a:buChar char="•"/>
            </a:pPr>
            <a:endParaRPr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5"/>
          <p:cNvSpPr txBox="1">
            <a:spLocks noGrp="1"/>
          </p:cNvSpPr>
          <p:nvPr>
            <p:ph type="title"/>
          </p:nvPr>
        </p:nvSpPr>
        <p:spPr>
          <a:xfrm>
            <a:off x="1308281" y="1497287"/>
            <a:ext cx="9601196" cy="3924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Garamond"/>
              <a:buNone/>
            </a:pPr>
            <a:r>
              <a:rPr lang="es-MX"/>
              <a:t>Demo en vivo del resultado final del proyecto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rgánico">
  <a:themeElements>
    <a:clrScheme name="Organic">
      <a:dk1>
        <a:srgbClr val="000000"/>
      </a:dk1>
      <a:lt1>
        <a:srgbClr val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90</TotalTime>
  <Words>1066</Words>
  <Application>Microsoft Office PowerPoint</Application>
  <PresentationFormat>Panorámica</PresentationFormat>
  <Paragraphs>152</Paragraphs>
  <Slides>17</Slides>
  <Notes>17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0" baseType="lpstr">
      <vt:lpstr>Garamond</vt:lpstr>
      <vt:lpstr>Arial</vt:lpstr>
      <vt:lpstr>Orgánico</vt:lpstr>
      <vt:lpstr>Gestión de historiales médicos</vt:lpstr>
      <vt:lpstr>Descripción del problema </vt:lpstr>
      <vt:lpstr>Requisitos más importantes del sistema</vt:lpstr>
      <vt:lpstr>Elementos técnicos mas importantes para el desarrollo de la propuesta del software</vt:lpstr>
      <vt:lpstr>Revisión del diseño de pruebas del software</vt:lpstr>
      <vt:lpstr>Revisión de historias de usuario</vt:lpstr>
      <vt:lpstr>Presentación de PowerPoint</vt:lpstr>
      <vt:lpstr>Criterios de aceptación</vt:lpstr>
      <vt:lpstr>Presentación de PowerPoint</vt:lpstr>
      <vt:lpstr>TDD</vt:lpstr>
      <vt:lpstr>Modelo y estándares de calidad </vt:lpstr>
      <vt:lpstr>Calidad del proceso</vt:lpstr>
      <vt:lpstr>Calidad del producto</vt:lpstr>
      <vt:lpstr>Calidad del código</vt:lpstr>
      <vt:lpstr>Calidad utilizando metodologías agiles</vt:lpstr>
      <vt:lpstr>Directorios de productos del proyecto</vt:lpstr>
      <vt:lpstr>Demo en vivo del resultado final del proyecto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Gestión de historiales médicos</dc:title>
  <cp:lastModifiedBy>Cuenta Microsoft</cp:lastModifiedBy>
  <cp:revision>5</cp:revision>
  <dcterms:modified xsi:type="dcterms:W3CDTF">2022-11-30T17:22:32Z</dcterms:modified>
</cp:coreProperties>
</file>